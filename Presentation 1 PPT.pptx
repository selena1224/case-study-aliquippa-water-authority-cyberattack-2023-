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9" r:id="rId12"/>
    <p:sldId id="264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DF2"/>
    <a:srgbClr val="1A3050"/>
    <a:srgbClr val="E8E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D0ECD-4B52-445B-8601-F06FF8633EFE}" v="63" dt="2025-04-23T00:09:23.8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190" autoAdjust="0"/>
  </p:normalViewPr>
  <p:slideViewPr>
    <p:cSldViewPr snapToGrid="0">
      <p:cViewPr varScale="1">
        <p:scale>
          <a:sx n="52" d="100"/>
          <a:sy n="52" d="100"/>
        </p:scale>
        <p:origin x="84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 Yeong Cha" userId="d97ef61a989f1c0f" providerId="LiveId" clId="{251D0ECD-4B52-445B-8601-F06FF8633EFE}"/>
    <pc:docChg chg="undo custSel addSld delSld modSld sldOrd">
      <pc:chgData name="So Yeong Cha" userId="d97ef61a989f1c0f" providerId="LiveId" clId="{251D0ECD-4B52-445B-8601-F06FF8633EFE}" dt="2025-04-23T00:10:12.309" v="540" actId="1036"/>
      <pc:docMkLst>
        <pc:docMk/>
      </pc:docMkLst>
      <pc:sldChg chg="modSp mod">
        <pc:chgData name="So Yeong Cha" userId="d97ef61a989f1c0f" providerId="LiveId" clId="{251D0ECD-4B52-445B-8601-F06FF8633EFE}" dt="2025-04-22T19:17:08.380" v="143" actId="313"/>
        <pc:sldMkLst>
          <pc:docMk/>
          <pc:sldMk cId="3177616636" sldId="257"/>
        </pc:sldMkLst>
        <pc:spChg chg="mod">
          <ac:chgData name="So Yeong Cha" userId="d97ef61a989f1c0f" providerId="LiveId" clId="{251D0ECD-4B52-445B-8601-F06FF8633EFE}" dt="2025-04-22T19:17:08.380" v="143" actId="313"/>
          <ac:spMkLst>
            <pc:docMk/>
            <pc:sldMk cId="3177616636" sldId="257"/>
            <ac:spMk id="3" creationId="{21943418-BCD6-23BD-F76E-5DECF52BE9DF}"/>
          </ac:spMkLst>
        </pc:spChg>
      </pc:sldChg>
      <pc:sldChg chg="modSp mod">
        <pc:chgData name="So Yeong Cha" userId="d97ef61a989f1c0f" providerId="LiveId" clId="{251D0ECD-4B52-445B-8601-F06FF8633EFE}" dt="2025-04-22T23:30:53.541" v="263" actId="207"/>
        <pc:sldMkLst>
          <pc:docMk/>
          <pc:sldMk cId="2051270628" sldId="262"/>
        </pc:sldMkLst>
        <pc:graphicFrameChg chg="mod modGraphic">
          <ac:chgData name="So Yeong Cha" userId="d97ef61a989f1c0f" providerId="LiveId" clId="{251D0ECD-4B52-445B-8601-F06FF8633EFE}" dt="2025-04-22T23:30:53.541" v="263" actId="207"/>
          <ac:graphicFrameMkLst>
            <pc:docMk/>
            <pc:sldMk cId="2051270628" sldId="262"/>
            <ac:graphicFrameMk id="4" creationId="{D83B8C17-8317-E9A7-1829-ED79B4252E3A}"/>
          </ac:graphicFrameMkLst>
        </pc:graphicFrameChg>
      </pc:sldChg>
      <pc:sldChg chg="addSp delSp modSp new del mod setBg">
        <pc:chgData name="So Yeong Cha" userId="d97ef61a989f1c0f" providerId="LiveId" clId="{251D0ECD-4B52-445B-8601-F06FF8633EFE}" dt="2025-04-22T19:09:40.450" v="26" actId="47"/>
        <pc:sldMkLst>
          <pc:docMk/>
          <pc:sldMk cId="1254380447" sldId="267"/>
        </pc:sldMkLst>
        <pc:spChg chg="del">
          <ac:chgData name="So Yeong Cha" userId="d97ef61a989f1c0f" providerId="LiveId" clId="{251D0ECD-4B52-445B-8601-F06FF8633EFE}" dt="2025-04-22T18:59:59.329" v="1" actId="478"/>
          <ac:spMkLst>
            <pc:docMk/>
            <pc:sldMk cId="1254380447" sldId="267"/>
            <ac:spMk id="2" creationId="{8A6F3A05-EB10-0AA9-D889-A13BA7195A5A}"/>
          </ac:spMkLst>
        </pc:spChg>
        <pc:spChg chg="del">
          <ac:chgData name="So Yeong Cha" userId="d97ef61a989f1c0f" providerId="LiveId" clId="{251D0ECD-4B52-445B-8601-F06FF8633EFE}" dt="2025-04-22T18:59:59.329" v="1" actId="478"/>
          <ac:spMkLst>
            <pc:docMk/>
            <pc:sldMk cId="1254380447" sldId="267"/>
            <ac:spMk id="3" creationId="{6809A697-BB46-6D49-0951-1D4B1D6131A6}"/>
          </ac:spMkLst>
        </pc:spChg>
        <pc:spChg chg="add mod">
          <ac:chgData name="So Yeong Cha" userId="d97ef61a989f1c0f" providerId="LiveId" clId="{251D0ECD-4B52-445B-8601-F06FF8633EFE}" dt="2025-04-22T19:01:53.910" v="25" actId="1076"/>
          <ac:spMkLst>
            <pc:docMk/>
            <pc:sldMk cId="1254380447" sldId="267"/>
            <ac:spMk id="6" creationId="{E333A163-5330-F827-B43C-7E789D055CDF}"/>
          </ac:spMkLst>
        </pc:spChg>
        <pc:spChg chg="add">
          <ac:chgData name="So Yeong Cha" userId="d97ef61a989f1c0f" providerId="LiveId" clId="{251D0ECD-4B52-445B-8601-F06FF8633EFE}" dt="2025-04-22T19:00:02.337" v="3" actId="26606"/>
          <ac:spMkLst>
            <pc:docMk/>
            <pc:sldMk cId="1254380447" sldId="267"/>
            <ac:spMk id="10" creationId="{AB8C311F-7253-4AED-9701-7FC0708C41C7}"/>
          </ac:spMkLst>
        </pc:spChg>
        <pc:spChg chg="add">
          <ac:chgData name="So Yeong Cha" userId="d97ef61a989f1c0f" providerId="LiveId" clId="{251D0ECD-4B52-445B-8601-F06FF8633EFE}" dt="2025-04-22T19:00:02.337" v="3" actId="26606"/>
          <ac:spMkLst>
            <pc:docMk/>
            <pc:sldMk cId="1254380447" sldId="267"/>
            <ac:spMk id="12" creationId="{E2384209-CB15-4CDF-9D31-C44FD9A3F20D}"/>
          </ac:spMkLst>
        </pc:spChg>
        <pc:spChg chg="add">
          <ac:chgData name="So Yeong Cha" userId="d97ef61a989f1c0f" providerId="LiveId" clId="{251D0ECD-4B52-445B-8601-F06FF8633EFE}" dt="2025-04-22T19:00:02.337" v="3" actId="26606"/>
          <ac:spMkLst>
            <pc:docMk/>
            <pc:sldMk cId="1254380447" sldId="267"/>
            <ac:spMk id="14" creationId="{2633B3B5-CC90-43F0-8714-D31D1F3F0209}"/>
          </ac:spMkLst>
        </pc:spChg>
        <pc:spChg chg="add">
          <ac:chgData name="So Yeong Cha" userId="d97ef61a989f1c0f" providerId="LiveId" clId="{251D0ECD-4B52-445B-8601-F06FF8633EFE}" dt="2025-04-22T19:00:02.337" v="3" actId="26606"/>
          <ac:spMkLst>
            <pc:docMk/>
            <pc:sldMk cId="1254380447" sldId="267"/>
            <ac:spMk id="16" creationId="{A8D57A06-A426-446D-B02C-A2DC6B62E45E}"/>
          </ac:spMkLst>
        </pc:spChg>
        <pc:picChg chg="add mod">
          <ac:chgData name="So Yeong Cha" userId="d97ef61a989f1c0f" providerId="LiveId" clId="{251D0ECD-4B52-445B-8601-F06FF8633EFE}" dt="2025-04-22T19:00:03.799" v="5" actId="962"/>
          <ac:picMkLst>
            <pc:docMk/>
            <pc:sldMk cId="1254380447" sldId="267"/>
            <ac:picMk id="5" creationId="{D022EC56-50E9-1779-1FBC-1BBBB6451B62}"/>
          </ac:picMkLst>
        </pc:picChg>
      </pc:sldChg>
      <pc:sldChg chg="addSp delSp modSp new mod setBg">
        <pc:chgData name="So Yeong Cha" userId="d97ef61a989f1c0f" providerId="LiveId" clId="{251D0ECD-4B52-445B-8601-F06FF8633EFE}" dt="2025-04-23T00:01:30.906" v="417" actId="404"/>
        <pc:sldMkLst>
          <pc:docMk/>
          <pc:sldMk cId="4261969817" sldId="267"/>
        </pc:sldMkLst>
        <pc:spChg chg="del">
          <ac:chgData name="So Yeong Cha" userId="d97ef61a989f1c0f" providerId="LiveId" clId="{251D0ECD-4B52-445B-8601-F06FF8633EFE}" dt="2025-04-22T19:09:50.859" v="30" actId="478"/>
          <ac:spMkLst>
            <pc:docMk/>
            <pc:sldMk cId="4261969817" sldId="267"/>
            <ac:spMk id="2" creationId="{4340F2CD-5A88-1DCB-2EA4-401E5C47DF6E}"/>
          </ac:spMkLst>
        </pc:spChg>
        <pc:spChg chg="del">
          <ac:chgData name="So Yeong Cha" userId="d97ef61a989f1c0f" providerId="LiveId" clId="{251D0ECD-4B52-445B-8601-F06FF8633EFE}" dt="2025-04-22T19:09:47.346" v="28" actId="478"/>
          <ac:spMkLst>
            <pc:docMk/>
            <pc:sldMk cId="4261969817" sldId="267"/>
            <ac:spMk id="3" creationId="{06C6DCEA-17BE-5841-6D9A-14559DB3D524}"/>
          </ac:spMkLst>
        </pc:spChg>
        <pc:spChg chg="add del mod">
          <ac:chgData name="So Yeong Cha" userId="d97ef61a989f1c0f" providerId="LiveId" clId="{251D0ECD-4B52-445B-8601-F06FF8633EFE}" dt="2025-04-22T19:10:27.200" v="35" actId="478"/>
          <ac:spMkLst>
            <pc:docMk/>
            <pc:sldMk cId="4261969817" sldId="267"/>
            <ac:spMk id="6" creationId="{63E1ED76-C3F2-C697-F942-1123DF1A3A6F}"/>
          </ac:spMkLst>
        </pc:spChg>
        <pc:spChg chg="add del">
          <ac:chgData name="So Yeong Cha" userId="d97ef61a989f1c0f" providerId="LiveId" clId="{251D0ECD-4B52-445B-8601-F06FF8633EFE}" dt="2025-04-22T19:11:37.478" v="45" actId="22"/>
          <ac:spMkLst>
            <pc:docMk/>
            <pc:sldMk cId="4261969817" sldId="267"/>
            <ac:spMk id="9" creationId="{7B2C8019-3172-B839-A39E-56C06CE52644}"/>
          </ac:spMkLst>
        </pc:spChg>
        <pc:spChg chg="add mod">
          <ac:chgData name="So Yeong Cha" userId="d97ef61a989f1c0f" providerId="LiveId" clId="{251D0ECD-4B52-445B-8601-F06FF8633EFE}" dt="2025-04-22T19:15:24.585" v="139" actId="1035"/>
          <ac:spMkLst>
            <pc:docMk/>
            <pc:sldMk cId="4261969817" sldId="267"/>
            <ac:spMk id="10" creationId="{9F31C4AE-47B4-BA92-E5CF-E43B05E0FFD4}"/>
          </ac:spMkLst>
        </pc:spChg>
        <pc:spChg chg="add del">
          <ac:chgData name="So Yeong Cha" userId="d97ef61a989f1c0f" providerId="LiveId" clId="{251D0ECD-4B52-445B-8601-F06FF8633EFE}" dt="2025-04-22T19:14:41.981" v="99" actId="26606"/>
          <ac:spMkLst>
            <pc:docMk/>
            <pc:sldMk cId="4261969817" sldId="267"/>
            <ac:spMk id="15" creationId="{A8384FB5-9ADC-4DDC-881B-597D56F5B15D}"/>
          </ac:spMkLst>
        </pc:spChg>
        <pc:spChg chg="add del">
          <ac:chgData name="So Yeong Cha" userId="d97ef61a989f1c0f" providerId="LiveId" clId="{251D0ECD-4B52-445B-8601-F06FF8633EFE}" dt="2025-04-22T19:14:41.981" v="99" actId="26606"/>
          <ac:spMkLst>
            <pc:docMk/>
            <pc:sldMk cId="4261969817" sldId="267"/>
            <ac:spMk id="17" creationId="{1199E1B1-A8C0-4FE8-A5A8-1CB41D69F857}"/>
          </ac:spMkLst>
        </pc:spChg>
        <pc:spChg chg="add del">
          <ac:chgData name="So Yeong Cha" userId="d97ef61a989f1c0f" providerId="LiveId" clId="{251D0ECD-4B52-445B-8601-F06FF8633EFE}" dt="2025-04-22T19:14:41.981" v="99" actId="26606"/>
          <ac:spMkLst>
            <pc:docMk/>
            <pc:sldMk cId="4261969817" sldId="267"/>
            <ac:spMk id="19" creationId="{84A8DE83-DE75-4B41-9DB4-A7EC0B0DEC0B}"/>
          </ac:spMkLst>
        </pc:spChg>
        <pc:spChg chg="add del">
          <ac:chgData name="So Yeong Cha" userId="d97ef61a989f1c0f" providerId="LiveId" clId="{251D0ECD-4B52-445B-8601-F06FF8633EFE}" dt="2025-04-22T19:14:41.981" v="99" actId="26606"/>
          <ac:spMkLst>
            <pc:docMk/>
            <pc:sldMk cId="4261969817" sldId="267"/>
            <ac:spMk id="21" creationId="{A7009A0A-BEF5-4EAC-AF15-E4F9F002E239}"/>
          </ac:spMkLst>
        </pc:spChg>
        <pc:graphicFrameChg chg="add del mod modGraphic">
          <ac:chgData name="So Yeong Cha" userId="d97ef61a989f1c0f" providerId="LiveId" clId="{251D0ECD-4B52-445B-8601-F06FF8633EFE}" dt="2025-04-22T19:12:54.542" v="70" actId="478"/>
          <ac:graphicFrameMkLst>
            <pc:docMk/>
            <pc:sldMk cId="4261969817" sldId="267"/>
            <ac:graphicFrameMk id="4" creationId="{A57A7FC9-BE9A-2CDA-0B9D-544BD5165AE5}"/>
          </ac:graphicFrameMkLst>
        </pc:graphicFrameChg>
        <pc:graphicFrameChg chg="add mod ord modGraphic">
          <ac:chgData name="So Yeong Cha" userId="d97ef61a989f1c0f" providerId="LiveId" clId="{251D0ECD-4B52-445B-8601-F06FF8633EFE}" dt="2025-04-23T00:01:30.906" v="417" actId="404"/>
          <ac:graphicFrameMkLst>
            <pc:docMk/>
            <pc:sldMk cId="4261969817" sldId="267"/>
            <ac:graphicFrameMk id="7" creationId="{49FA767C-A4C3-5F7A-7055-C31AB8E31660}"/>
          </ac:graphicFrameMkLst>
        </pc:graphicFrameChg>
      </pc:sldChg>
      <pc:sldChg chg="addSp delSp modSp new mod modAnim modNotesTx">
        <pc:chgData name="So Yeong Cha" userId="d97ef61a989f1c0f" providerId="LiveId" clId="{251D0ECD-4B52-445B-8601-F06FF8633EFE}" dt="2025-04-22T21:13:31.907" v="238" actId="5793"/>
        <pc:sldMkLst>
          <pc:docMk/>
          <pc:sldMk cId="2824866398" sldId="268"/>
        </pc:sldMkLst>
        <pc:spChg chg="del">
          <ac:chgData name="So Yeong Cha" userId="d97ef61a989f1c0f" providerId="LiveId" clId="{251D0ECD-4B52-445B-8601-F06FF8633EFE}" dt="2025-04-22T21:05:54.803" v="145" actId="478"/>
          <ac:spMkLst>
            <pc:docMk/>
            <pc:sldMk cId="2824866398" sldId="268"/>
            <ac:spMk id="2" creationId="{F368A9F2-28CF-E1F6-6EF7-3F45C1CE7ADA}"/>
          </ac:spMkLst>
        </pc:spChg>
        <pc:spChg chg="del">
          <ac:chgData name="So Yeong Cha" userId="d97ef61a989f1c0f" providerId="LiveId" clId="{251D0ECD-4B52-445B-8601-F06FF8633EFE}" dt="2025-04-22T21:05:57.638" v="146" actId="478"/>
          <ac:spMkLst>
            <pc:docMk/>
            <pc:sldMk cId="2824866398" sldId="268"/>
            <ac:spMk id="3" creationId="{2B6C389D-5EAA-4A47-691E-CE3F3D62EC6F}"/>
          </ac:spMkLst>
        </pc:spChg>
        <pc:picChg chg="add mod">
          <ac:chgData name="So Yeong Cha" userId="d97ef61a989f1c0f" providerId="LiveId" clId="{251D0ECD-4B52-445B-8601-F06FF8633EFE}" dt="2025-04-22T21:07:00.460" v="149" actId="14100"/>
          <ac:picMkLst>
            <pc:docMk/>
            <pc:sldMk cId="2824866398" sldId="268"/>
            <ac:picMk id="4" creationId="{344DE2E7-D84A-C8D8-B110-F8D102CA9BC5}"/>
          </ac:picMkLst>
        </pc:picChg>
      </pc:sldChg>
      <pc:sldChg chg="addSp delSp modSp new mod ord">
        <pc:chgData name="So Yeong Cha" userId="d97ef61a989f1c0f" providerId="LiveId" clId="{251D0ECD-4B52-445B-8601-F06FF8633EFE}" dt="2025-04-23T00:10:12.309" v="540" actId="1036"/>
        <pc:sldMkLst>
          <pc:docMk/>
          <pc:sldMk cId="3223953981" sldId="269"/>
        </pc:sldMkLst>
        <pc:spChg chg="del">
          <ac:chgData name="So Yeong Cha" userId="d97ef61a989f1c0f" providerId="LiveId" clId="{251D0ECD-4B52-445B-8601-F06FF8633EFE}" dt="2025-04-22T23:33:39.940" v="265" actId="478"/>
          <ac:spMkLst>
            <pc:docMk/>
            <pc:sldMk cId="3223953981" sldId="269"/>
            <ac:spMk id="2" creationId="{A7533FC6-FE8C-B9ED-8A2D-71AA0C3E4A64}"/>
          </ac:spMkLst>
        </pc:spChg>
        <pc:spChg chg="del">
          <ac:chgData name="So Yeong Cha" userId="d97ef61a989f1c0f" providerId="LiveId" clId="{251D0ECD-4B52-445B-8601-F06FF8633EFE}" dt="2025-04-22T23:33:39.940" v="265" actId="478"/>
          <ac:spMkLst>
            <pc:docMk/>
            <pc:sldMk cId="3223953981" sldId="269"/>
            <ac:spMk id="3" creationId="{B632A9F8-9F34-D016-475D-51DEBE08E99D}"/>
          </ac:spMkLst>
        </pc:spChg>
        <pc:spChg chg="add mod">
          <ac:chgData name="So Yeong Cha" userId="d97ef61a989f1c0f" providerId="LiveId" clId="{251D0ECD-4B52-445B-8601-F06FF8633EFE}" dt="2025-04-23T00:10:00.357" v="530" actId="1076"/>
          <ac:spMkLst>
            <pc:docMk/>
            <pc:sldMk cId="3223953981" sldId="269"/>
            <ac:spMk id="6" creationId="{2BCD182C-9C2F-11FE-EF3F-166C87560C71}"/>
          </ac:spMkLst>
        </pc:spChg>
        <pc:spChg chg="add mod">
          <ac:chgData name="So Yeong Cha" userId="d97ef61a989f1c0f" providerId="LiveId" clId="{251D0ECD-4B52-445B-8601-F06FF8633EFE}" dt="2025-04-23T00:10:12.309" v="540" actId="1036"/>
          <ac:spMkLst>
            <pc:docMk/>
            <pc:sldMk cId="3223953981" sldId="269"/>
            <ac:spMk id="7" creationId="{8A3B6726-E0A8-363C-19C0-7CEE3A6C66A3}"/>
          </ac:spMkLst>
        </pc:spChg>
        <pc:graphicFrameChg chg="add mod modGraphic">
          <ac:chgData name="So Yeong Cha" userId="d97ef61a989f1c0f" providerId="LiveId" clId="{251D0ECD-4B52-445B-8601-F06FF8633EFE}" dt="2025-04-23T00:08:40.154" v="430" actId="1076"/>
          <ac:graphicFrameMkLst>
            <pc:docMk/>
            <pc:sldMk cId="3223953981" sldId="269"/>
            <ac:graphicFrameMk id="4" creationId="{58A0B0AF-21AF-908A-F16B-9874287D0FDD}"/>
          </ac:graphicFrameMkLst>
        </pc:graphicFrameChg>
        <pc:graphicFrameChg chg="add mod modGraphic">
          <ac:chgData name="So Yeong Cha" userId="d97ef61a989f1c0f" providerId="LiveId" clId="{251D0ECD-4B52-445B-8601-F06FF8633EFE}" dt="2025-04-23T00:10:12.309" v="540" actId="1036"/>
          <ac:graphicFrameMkLst>
            <pc:docMk/>
            <pc:sldMk cId="3223953981" sldId="269"/>
            <ac:graphicFrameMk id="5" creationId="{A0F771EB-E107-C0EF-73D2-E68C5B123D0C}"/>
          </ac:graphicFrameMkLst>
        </pc:graphicFrameChg>
      </pc:sldChg>
      <pc:sldChg chg="modSp add del mod">
        <pc:chgData name="So Yeong Cha" userId="d97ef61a989f1c0f" providerId="LiveId" clId="{251D0ECD-4B52-445B-8601-F06FF8633EFE}" dt="2025-04-23T00:07:06.704" v="420" actId="47"/>
        <pc:sldMkLst>
          <pc:docMk/>
          <pc:sldMk cId="591366189" sldId="270"/>
        </pc:sldMkLst>
        <pc:graphicFrameChg chg="modGraphic">
          <ac:chgData name="So Yeong Cha" userId="d97ef61a989f1c0f" providerId="LiveId" clId="{251D0ECD-4B52-445B-8601-F06FF8633EFE}" dt="2025-04-23T00:00:13.186" v="387" actId="14734"/>
          <ac:graphicFrameMkLst>
            <pc:docMk/>
            <pc:sldMk cId="591366189" sldId="270"/>
            <ac:graphicFrameMk id="4" creationId="{D26E3676-0312-9BD6-A7DD-1A5CEADE6A40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E75525-C628-438D-BC66-FF790116A50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ED3654-330A-44B9-B279-2F6AD7FAB7B3}">
      <dgm:prSet/>
      <dgm:spPr/>
      <dgm:t>
        <a:bodyPr/>
        <a:lstStyle/>
        <a:p>
          <a:r>
            <a:rPr lang="en-US" b="1" dirty="0"/>
            <a:t>Ch. 1: </a:t>
          </a:r>
          <a:r>
            <a:rPr lang="en-US" dirty="0"/>
            <a:t>No policy/governance → Defender provides risk scoring</a:t>
          </a:r>
        </a:p>
      </dgm:t>
    </dgm:pt>
    <dgm:pt modelId="{78DC0CC3-7C2A-4871-9300-88E267CEC122}" type="parTrans" cxnId="{A8A9194B-3CE7-4C31-A265-F7B0138E17A2}">
      <dgm:prSet/>
      <dgm:spPr/>
      <dgm:t>
        <a:bodyPr/>
        <a:lstStyle/>
        <a:p>
          <a:endParaRPr lang="en-US"/>
        </a:p>
      </dgm:t>
    </dgm:pt>
    <dgm:pt modelId="{A4F35F1F-ECD4-435A-B265-5BD6CFCA8068}" type="sibTrans" cxnId="{A8A9194B-3CE7-4C31-A265-F7B0138E17A2}">
      <dgm:prSet/>
      <dgm:spPr/>
      <dgm:t>
        <a:bodyPr/>
        <a:lstStyle/>
        <a:p>
          <a:endParaRPr lang="en-US"/>
        </a:p>
      </dgm:t>
    </dgm:pt>
    <dgm:pt modelId="{8E532E67-1F3C-4BE9-A40E-B461A9D59BB5}">
      <dgm:prSet/>
      <dgm:spPr/>
      <dgm:t>
        <a:bodyPr/>
        <a:lstStyle/>
        <a:p>
          <a:r>
            <a:rPr lang="en-US" b="1" dirty="0"/>
            <a:t>Ch. 2: </a:t>
          </a:r>
          <a:r>
            <a:rPr lang="en-US" dirty="0"/>
            <a:t>Unmanaged PLC → Defender for IoT discovers assets</a:t>
          </a:r>
        </a:p>
      </dgm:t>
    </dgm:pt>
    <dgm:pt modelId="{95823319-14B3-4F55-8413-8CB167938AF1}" type="parTrans" cxnId="{48EA5BE1-0DD4-4DC2-87FE-9C4602E2B549}">
      <dgm:prSet/>
      <dgm:spPr/>
      <dgm:t>
        <a:bodyPr/>
        <a:lstStyle/>
        <a:p>
          <a:endParaRPr lang="en-US"/>
        </a:p>
      </dgm:t>
    </dgm:pt>
    <dgm:pt modelId="{BE6AA8FB-D021-4F90-8944-F151DF1B996D}" type="sibTrans" cxnId="{48EA5BE1-0DD4-4DC2-87FE-9C4602E2B549}">
      <dgm:prSet/>
      <dgm:spPr/>
      <dgm:t>
        <a:bodyPr/>
        <a:lstStyle/>
        <a:p>
          <a:endParaRPr lang="en-US"/>
        </a:p>
      </dgm:t>
    </dgm:pt>
    <dgm:pt modelId="{24AE58CE-6FCB-4AD4-AB81-084F47F2FFB5}">
      <dgm:prSet/>
      <dgm:spPr/>
      <dgm:t>
        <a:bodyPr/>
        <a:lstStyle/>
        <a:p>
          <a:r>
            <a:rPr lang="en-US" b="1" dirty="0"/>
            <a:t>Ch. 3: </a:t>
          </a:r>
          <a:r>
            <a:rPr lang="en-US" dirty="0"/>
            <a:t>No zoning or telemetry → Defender enforces architecture</a:t>
          </a:r>
        </a:p>
      </dgm:t>
    </dgm:pt>
    <dgm:pt modelId="{165F28E6-9E7C-4CFE-8C50-3F179BDA00A7}" type="parTrans" cxnId="{FF5E4A50-9998-47F9-B945-F27EA7D1F3CB}">
      <dgm:prSet/>
      <dgm:spPr/>
      <dgm:t>
        <a:bodyPr/>
        <a:lstStyle/>
        <a:p>
          <a:endParaRPr lang="en-US"/>
        </a:p>
      </dgm:t>
    </dgm:pt>
    <dgm:pt modelId="{5BAECC41-6E63-40F6-8364-C975EDC8DAAA}" type="sibTrans" cxnId="{FF5E4A50-9998-47F9-B945-F27EA7D1F3CB}">
      <dgm:prSet/>
      <dgm:spPr/>
      <dgm:t>
        <a:bodyPr/>
        <a:lstStyle/>
        <a:p>
          <a:endParaRPr lang="en-US"/>
        </a:p>
      </dgm:t>
    </dgm:pt>
    <dgm:pt modelId="{C374545A-E76B-41CA-A69D-9C29BECAD932}">
      <dgm:prSet/>
      <dgm:spPr/>
      <dgm:t>
        <a:bodyPr/>
        <a:lstStyle/>
        <a:p>
          <a:r>
            <a:rPr lang="en-US" b="1" dirty="0"/>
            <a:t>Ch. 4: </a:t>
          </a:r>
          <a:r>
            <a:rPr lang="en-US" dirty="0"/>
            <a:t>No response workflow → Defender enables automated response</a:t>
          </a:r>
        </a:p>
      </dgm:t>
    </dgm:pt>
    <dgm:pt modelId="{8928CBD9-6D05-4021-B907-094CA3771984}" type="parTrans" cxnId="{DD6074B9-6EB0-4D7B-8D73-801F8286E1ED}">
      <dgm:prSet/>
      <dgm:spPr/>
      <dgm:t>
        <a:bodyPr/>
        <a:lstStyle/>
        <a:p>
          <a:endParaRPr lang="en-US"/>
        </a:p>
      </dgm:t>
    </dgm:pt>
    <dgm:pt modelId="{F8450A8F-2E2D-4AFC-86B6-9EDEC7CC5685}" type="sibTrans" cxnId="{DD6074B9-6EB0-4D7B-8D73-801F8286E1ED}">
      <dgm:prSet/>
      <dgm:spPr/>
      <dgm:t>
        <a:bodyPr/>
        <a:lstStyle/>
        <a:p>
          <a:endParaRPr lang="en-US"/>
        </a:p>
      </dgm:t>
    </dgm:pt>
    <dgm:pt modelId="{D9F61018-FEEB-4BFB-AAEE-76A983403F4E}">
      <dgm:prSet/>
      <dgm:spPr/>
      <dgm:t>
        <a:bodyPr/>
        <a:lstStyle/>
        <a:p>
          <a:r>
            <a:rPr lang="en-US" b="1" dirty="0"/>
            <a:t>Ch. 5: </a:t>
          </a:r>
          <a:r>
            <a:rPr lang="en-US" dirty="0"/>
            <a:t>Default credentials → Defender supports MFA/RBAC</a:t>
          </a:r>
        </a:p>
      </dgm:t>
    </dgm:pt>
    <dgm:pt modelId="{CA69D8DC-87D2-474E-A756-3235E783E500}" type="parTrans" cxnId="{29585B10-CF23-41FD-9638-778CFEBC39D4}">
      <dgm:prSet/>
      <dgm:spPr/>
      <dgm:t>
        <a:bodyPr/>
        <a:lstStyle/>
        <a:p>
          <a:endParaRPr lang="en-US"/>
        </a:p>
      </dgm:t>
    </dgm:pt>
    <dgm:pt modelId="{27A42664-665F-49BA-A6F6-931EFDA7D8C6}" type="sibTrans" cxnId="{29585B10-CF23-41FD-9638-778CFEBC39D4}">
      <dgm:prSet/>
      <dgm:spPr/>
      <dgm:t>
        <a:bodyPr/>
        <a:lstStyle/>
        <a:p>
          <a:endParaRPr lang="en-US"/>
        </a:p>
      </dgm:t>
    </dgm:pt>
    <dgm:pt modelId="{83720DF2-BC94-4B53-8294-59ACCB90E623}">
      <dgm:prSet/>
      <dgm:spPr/>
      <dgm:t>
        <a:bodyPr/>
        <a:lstStyle/>
        <a:p>
          <a:r>
            <a:rPr lang="en-US" b="1" dirty="0"/>
            <a:t>Ch. 8: </a:t>
          </a:r>
          <a:r>
            <a:rPr lang="en-US" dirty="0"/>
            <a:t>No testing → Defender flags misconfigurations and CVEs</a:t>
          </a:r>
        </a:p>
      </dgm:t>
    </dgm:pt>
    <dgm:pt modelId="{E01F5DA4-50A5-433C-9602-320CB7443DD9}" type="parTrans" cxnId="{7BC8622C-4FD2-4C54-857C-AEE4CD2751FE}">
      <dgm:prSet/>
      <dgm:spPr/>
      <dgm:t>
        <a:bodyPr/>
        <a:lstStyle/>
        <a:p>
          <a:endParaRPr lang="en-US"/>
        </a:p>
      </dgm:t>
    </dgm:pt>
    <dgm:pt modelId="{F3477717-11D8-48D4-9EF2-FCC3F53823C9}" type="sibTrans" cxnId="{7BC8622C-4FD2-4C54-857C-AEE4CD2751FE}">
      <dgm:prSet/>
      <dgm:spPr/>
      <dgm:t>
        <a:bodyPr/>
        <a:lstStyle/>
        <a:p>
          <a:endParaRPr lang="en-US"/>
        </a:p>
      </dgm:t>
    </dgm:pt>
    <dgm:pt modelId="{C875A578-7254-4B2C-8778-02A5DA2A00C2}">
      <dgm:prSet/>
      <dgm:spPr/>
      <dgm:t>
        <a:bodyPr/>
        <a:lstStyle/>
        <a:p>
          <a:r>
            <a:rPr lang="en-US" b="1" dirty="0"/>
            <a:t>Ch. 9: </a:t>
          </a:r>
          <a:r>
            <a:rPr lang="en-US" dirty="0"/>
            <a:t>No monitoring → Defender connects to Sentinel</a:t>
          </a:r>
        </a:p>
      </dgm:t>
    </dgm:pt>
    <dgm:pt modelId="{2D260E28-6B0A-447F-8AF8-E1BCC2A9EA46}" type="parTrans" cxnId="{F2D925C5-95D8-40EB-ABAA-FD7E7172F266}">
      <dgm:prSet/>
      <dgm:spPr/>
      <dgm:t>
        <a:bodyPr/>
        <a:lstStyle/>
        <a:p>
          <a:endParaRPr lang="en-US"/>
        </a:p>
      </dgm:t>
    </dgm:pt>
    <dgm:pt modelId="{FB3A5108-001F-4CE4-B430-13CB8FB3FA0A}" type="sibTrans" cxnId="{F2D925C5-95D8-40EB-ABAA-FD7E7172F266}">
      <dgm:prSet/>
      <dgm:spPr/>
      <dgm:t>
        <a:bodyPr/>
        <a:lstStyle/>
        <a:p>
          <a:endParaRPr lang="en-US"/>
        </a:p>
      </dgm:t>
    </dgm:pt>
    <dgm:pt modelId="{B687C9C9-AC15-4A6E-A789-2D8A9A6E4071}">
      <dgm:prSet/>
      <dgm:spPr/>
      <dgm:t>
        <a:bodyPr/>
        <a:lstStyle/>
        <a:p>
          <a:r>
            <a:rPr lang="en-US" b="1" dirty="0"/>
            <a:t>Ch. 15: </a:t>
          </a:r>
          <a:r>
            <a:rPr lang="en-US" dirty="0"/>
            <a:t>No fallback → Defender isolates without service loss</a:t>
          </a:r>
        </a:p>
      </dgm:t>
    </dgm:pt>
    <dgm:pt modelId="{CD81C9A7-DC92-4778-AC5C-B8B4088B03BD}" type="parTrans" cxnId="{1A05D9EF-CE38-4E07-8BE4-151DAF9B7AC8}">
      <dgm:prSet/>
      <dgm:spPr/>
      <dgm:t>
        <a:bodyPr/>
        <a:lstStyle/>
        <a:p>
          <a:endParaRPr lang="en-US"/>
        </a:p>
      </dgm:t>
    </dgm:pt>
    <dgm:pt modelId="{F5D5D822-F2A4-4E13-BA96-FA1AC7ECD6DF}" type="sibTrans" cxnId="{1A05D9EF-CE38-4E07-8BE4-151DAF9B7AC8}">
      <dgm:prSet/>
      <dgm:spPr/>
      <dgm:t>
        <a:bodyPr/>
        <a:lstStyle/>
        <a:p>
          <a:endParaRPr lang="en-US"/>
        </a:p>
      </dgm:t>
    </dgm:pt>
    <dgm:pt modelId="{A213158A-010B-4476-B28F-484A3F0DE568}">
      <dgm:prSet/>
      <dgm:spPr/>
      <dgm:t>
        <a:bodyPr/>
        <a:lstStyle/>
        <a:p>
          <a:r>
            <a:rPr lang="en-US" b="1" dirty="0"/>
            <a:t>Ch. 17: </a:t>
          </a:r>
          <a:r>
            <a:rPr lang="en-US" dirty="0"/>
            <a:t>Flat network → Defender enforces boundaries</a:t>
          </a:r>
        </a:p>
      </dgm:t>
    </dgm:pt>
    <dgm:pt modelId="{0684E00B-9F1C-4417-8467-FE98F6CC818D}" type="parTrans" cxnId="{D2BC0497-E43B-42B4-8BEC-963B67F4956D}">
      <dgm:prSet/>
      <dgm:spPr/>
      <dgm:t>
        <a:bodyPr/>
        <a:lstStyle/>
        <a:p>
          <a:endParaRPr lang="en-US"/>
        </a:p>
      </dgm:t>
    </dgm:pt>
    <dgm:pt modelId="{CC560338-DC2C-41E0-831B-B3408BBF9BD1}" type="sibTrans" cxnId="{D2BC0497-E43B-42B4-8BEC-963B67F4956D}">
      <dgm:prSet/>
      <dgm:spPr/>
      <dgm:t>
        <a:bodyPr/>
        <a:lstStyle/>
        <a:p>
          <a:endParaRPr lang="en-US"/>
        </a:p>
      </dgm:t>
    </dgm:pt>
    <dgm:pt modelId="{8C5306A6-78DD-4114-B36F-53EB8BFFEC9D}">
      <dgm:prSet/>
      <dgm:spPr/>
      <dgm:t>
        <a:bodyPr/>
        <a:lstStyle/>
        <a:p>
          <a:r>
            <a:rPr lang="en-US" b="1" dirty="0"/>
            <a:t>Ch. 18: </a:t>
          </a:r>
          <a:r>
            <a:rPr lang="en-US" dirty="0"/>
            <a:t>Unpatched firmware → Defender detects and compensates</a:t>
          </a:r>
        </a:p>
      </dgm:t>
    </dgm:pt>
    <dgm:pt modelId="{30D04546-075E-4A12-B414-840B87EB538C}" type="parTrans" cxnId="{C405171B-B839-4F47-8D5B-39669614B4BB}">
      <dgm:prSet/>
      <dgm:spPr/>
      <dgm:t>
        <a:bodyPr/>
        <a:lstStyle/>
        <a:p>
          <a:endParaRPr lang="en-US"/>
        </a:p>
      </dgm:t>
    </dgm:pt>
    <dgm:pt modelId="{5135A029-8801-41D4-A57E-3F4F8B157400}" type="sibTrans" cxnId="{C405171B-B839-4F47-8D5B-39669614B4BB}">
      <dgm:prSet/>
      <dgm:spPr/>
      <dgm:t>
        <a:bodyPr/>
        <a:lstStyle/>
        <a:p>
          <a:endParaRPr lang="en-US"/>
        </a:p>
      </dgm:t>
    </dgm:pt>
    <dgm:pt modelId="{788BA684-511F-4764-A269-AFD8E6111216}" type="pres">
      <dgm:prSet presAssocID="{80E75525-C628-438D-BC66-FF790116A509}" presName="vert0" presStyleCnt="0">
        <dgm:presLayoutVars>
          <dgm:dir/>
          <dgm:animOne val="branch"/>
          <dgm:animLvl val="lvl"/>
        </dgm:presLayoutVars>
      </dgm:prSet>
      <dgm:spPr/>
    </dgm:pt>
    <dgm:pt modelId="{27951E17-95B7-456B-802D-315E3CE6111B}" type="pres">
      <dgm:prSet presAssocID="{0BED3654-330A-44B9-B279-2F6AD7FAB7B3}" presName="thickLine" presStyleLbl="alignNode1" presStyleIdx="0" presStyleCnt="10"/>
      <dgm:spPr/>
    </dgm:pt>
    <dgm:pt modelId="{2F25DC47-6F2E-43BA-93E2-EAF4A95A91D4}" type="pres">
      <dgm:prSet presAssocID="{0BED3654-330A-44B9-B279-2F6AD7FAB7B3}" presName="horz1" presStyleCnt="0"/>
      <dgm:spPr/>
    </dgm:pt>
    <dgm:pt modelId="{700B3D47-FE34-42D0-BF4D-69F01F3546CF}" type="pres">
      <dgm:prSet presAssocID="{0BED3654-330A-44B9-B279-2F6AD7FAB7B3}" presName="tx1" presStyleLbl="revTx" presStyleIdx="0" presStyleCnt="10"/>
      <dgm:spPr/>
    </dgm:pt>
    <dgm:pt modelId="{7017DFBF-0734-4D57-96AE-8BEBCA60F2F7}" type="pres">
      <dgm:prSet presAssocID="{0BED3654-330A-44B9-B279-2F6AD7FAB7B3}" presName="vert1" presStyleCnt="0"/>
      <dgm:spPr/>
    </dgm:pt>
    <dgm:pt modelId="{CF1176E5-2DE9-41AC-916B-A613EA32F977}" type="pres">
      <dgm:prSet presAssocID="{8E532E67-1F3C-4BE9-A40E-B461A9D59BB5}" presName="thickLine" presStyleLbl="alignNode1" presStyleIdx="1" presStyleCnt="10"/>
      <dgm:spPr/>
    </dgm:pt>
    <dgm:pt modelId="{8A030E31-976E-4CC1-A0A4-F7A92403BB1C}" type="pres">
      <dgm:prSet presAssocID="{8E532E67-1F3C-4BE9-A40E-B461A9D59BB5}" presName="horz1" presStyleCnt="0"/>
      <dgm:spPr/>
    </dgm:pt>
    <dgm:pt modelId="{FA6F9B1B-4753-4642-9F26-88281AC549E6}" type="pres">
      <dgm:prSet presAssocID="{8E532E67-1F3C-4BE9-A40E-B461A9D59BB5}" presName="tx1" presStyleLbl="revTx" presStyleIdx="1" presStyleCnt="10"/>
      <dgm:spPr/>
    </dgm:pt>
    <dgm:pt modelId="{1C55CE30-35AF-4D36-BCD0-A6700C042705}" type="pres">
      <dgm:prSet presAssocID="{8E532E67-1F3C-4BE9-A40E-B461A9D59BB5}" presName="vert1" presStyleCnt="0"/>
      <dgm:spPr/>
    </dgm:pt>
    <dgm:pt modelId="{94295BBB-BC29-4724-BD0D-194DF59BFCA5}" type="pres">
      <dgm:prSet presAssocID="{24AE58CE-6FCB-4AD4-AB81-084F47F2FFB5}" presName="thickLine" presStyleLbl="alignNode1" presStyleIdx="2" presStyleCnt="10"/>
      <dgm:spPr/>
    </dgm:pt>
    <dgm:pt modelId="{7962F591-7586-4D7E-ACB5-D615F603A40C}" type="pres">
      <dgm:prSet presAssocID="{24AE58CE-6FCB-4AD4-AB81-084F47F2FFB5}" presName="horz1" presStyleCnt="0"/>
      <dgm:spPr/>
    </dgm:pt>
    <dgm:pt modelId="{3806EE87-8528-4C57-AC04-49C810517AAA}" type="pres">
      <dgm:prSet presAssocID="{24AE58CE-6FCB-4AD4-AB81-084F47F2FFB5}" presName="tx1" presStyleLbl="revTx" presStyleIdx="2" presStyleCnt="10"/>
      <dgm:spPr/>
    </dgm:pt>
    <dgm:pt modelId="{6BCC1F1F-A1A3-40F6-AD15-AFFA460AB710}" type="pres">
      <dgm:prSet presAssocID="{24AE58CE-6FCB-4AD4-AB81-084F47F2FFB5}" presName="vert1" presStyleCnt="0"/>
      <dgm:spPr/>
    </dgm:pt>
    <dgm:pt modelId="{8163A586-ECCA-41AC-A067-F278EAF1133C}" type="pres">
      <dgm:prSet presAssocID="{C374545A-E76B-41CA-A69D-9C29BECAD932}" presName="thickLine" presStyleLbl="alignNode1" presStyleIdx="3" presStyleCnt="10"/>
      <dgm:spPr/>
    </dgm:pt>
    <dgm:pt modelId="{8FA5A653-405C-446A-BEDB-E4DE60A63184}" type="pres">
      <dgm:prSet presAssocID="{C374545A-E76B-41CA-A69D-9C29BECAD932}" presName="horz1" presStyleCnt="0"/>
      <dgm:spPr/>
    </dgm:pt>
    <dgm:pt modelId="{3519807D-870A-4D37-998C-5C470CDC1D6B}" type="pres">
      <dgm:prSet presAssocID="{C374545A-E76B-41CA-A69D-9C29BECAD932}" presName="tx1" presStyleLbl="revTx" presStyleIdx="3" presStyleCnt="10"/>
      <dgm:spPr/>
    </dgm:pt>
    <dgm:pt modelId="{ED90A628-F3B6-4F95-8D8B-83C493180C53}" type="pres">
      <dgm:prSet presAssocID="{C374545A-E76B-41CA-A69D-9C29BECAD932}" presName="vert1" presStyleCnt="0"/>
      <dgm:spPr/>
    </dgm:pt>
    <dgm:pt modelId="{36ECC7EA-0C07-4516-86D0-4451B09052C4}" type="pres">
      <dgm:prSet presAssocID="{D9F61018-FEEB-4BFB-AAEE-76A983403F4E}" presName="thickLine" presStyleLbl="alignNode1" presStyleIdx="4" presStyleCnt="10"/>
      <dgm:spPr/>
    </dgm:pt>
    <dgm:pt modelId="{C5DA4826-2B22-4ABB-A34E-0F1E9B48AB5E}" type="pres">
      <dgm:prSet presAssocID="{D9F61018-FEEB-4BFB-AAEE-76A983403F4E}" presName="horz1" presStyleCnt="0"/>
      <dgm:spPr/>
    </dgm:pt>
    <dgm:pt modelId="{8D09375D-4ECB-4C73-B4B0-E714558051AA}" type="pres">
      <dgm:prSet presAssocID="{D9F61018-FEEB-4BFB-AAEE-76A983403F4E}" presName="tx1" presStyleLbl="revTx" presStyleIdx="4" presStyleCnt="10"/>
      <dgm:spPr/>
    </dgm:pt>
    <dgm:pt modelId="{A1012B80-E4D4-43DC-8D64-CDA1DDCCA674}" type="pres">
      <dgm:prSet presAssocID="{D9F61018-FEEB-4BFB-AAEE-76A983403F4E}" presName="vert1" presStyleCnt="0"/>
      <dgm:spPr/>
    </dgm:pt>
    <dgm:pt modelId="{BEE60F74-6FA7-4D00-9DB4-9E4303BEDD15}" type="pres">
      <dgm:prSet presAssocID="{83720DF2-BC94-4B53-8294-59ACCB90E623}" presName="thickLine" presStyleLbl="alignNode1" presStyleIdx="5" presStyleCnt="10"/>
      <dgm:spPr/>
    </dgm:pt>
    <dgm:pt modelId="{5E387D93-3C17-4F75-8DEB-E076B9032A8B}" type="pres">
      <dgm:prSet presAssocID="{83720DF2-BC94-4B53-8294-59ACCB90E623}" presName="horz1" presStyleCnt="0"/>
      <dgm:spPr/>
    </dgm:pt>
    <dgm:pt modelId="{51C4F291-FD82-49B8-B078-535BB05C709F}" type="pres">
      <dgm:prSet presAssocID="{83720DF2-BC94-4B53-8294-59ACCB90E623}" presName="tx1" presStyleLbl="revTx" presStyleIdx="5" presStyleCnt="10"/>
      <dgm:spPr/>
    </dgm:pt>
    <dgm:pt modelId="{461E344B-A5CB-4E1E-A287-96BE5332D28D}" type="pres">
      <dgm:prSet presAssocID="{83720DF2-BC94-4B53-8294-59ACCB90E623}" presName="vert1" presStyleCnt="0"/>
      <dgm:spPr/>
    </dgm:pt>
    <dgm:pt modelId="{2CB29A4D-2148-4A0E-8A11-93CD7B021158}" type="pres">
      <dgm:prSet presAssocID="{C875A578-7254-4B2C-8778-02A5DA2A00C2}" presName="thickLine" presStyleLbl="alignNode1" presStyleIdx="6" presStyleCnt="10"/>
      <dgm:spPr/>
    </dgm:pt>
    <dgm:pt modelId="{7D0C1689-E00E-4E04-B350-BB2155AD8B94}" type="pres">
      <dgm:prSet presAssocID="{C875A578-7254-4B2C-8778-02A5DA2A00C2}" presName="horz1" presStyleCnt="0"/>
      <dgm:spPr/>
    </dgm:pt>
    <dgm:pt modelId="{13EBE0AC-F74D-4561-B725-37B78DA92660}" type="pres">
      <dgm:prSet presAssocID="{C875A578-7254-4B2C-8778-02A5DA2A00C2}" presName="tx1" presStyleLbl="revTx" presStyleIdx="6" presStyleCnt="10"/>
      <dgm:spPr/>
    </dgm:pt>
    <dgm:pt modelId="{530AE505-89EB-4F79-9399-EA49DBB32453}" type="pres">
      <dgm:prSet presAssocID="{C875A578-7254-4B2C-8778-02A5DA2A00C2}" presName="vert1" presStyleCnt="0"/>
      <dgm:spPr/>
    </dgm:pt>
    <dgm:pt modelId="{6163A490-C6DD-4A77-B733-A1400DD1578B}" type="pres">
      <dgm:prSet presAssocID="{B687C9C9-AC15-4A6E-A789-2D8A9A6E4071}" presName="thickLine" presStyleLbl="alignNode1" presStyleIdx="7" presStyleCnt="10"/>
      <dgm:spPr/>
    </dgm:pt>
    <dgm:pt modelId="{686A81CA-82C3-4DF3-9A7F-5C22B6AAEF72}" type="pres">
      <dgm:prSet presAssocID="{B687C9C9-AC15-4A6E-A789-2D8A9A6E4071}" presName="horz1" presStyleCnt="0"/>
      <dgm:spPr/>
    </dgm:pt>
    <dgm:pt modelId="{90C0E39A-588E-46D9-979A-E80F5450FF8D}" type="pres">
      <dgm:prSet presAssocID="{B687C9C9-AC15-4A6E-A789-2D8A9A6E4071}" presName="tx1" presStyleLbl="revTx" presStyleIdx="7" presStyleCnt="10"/>
      <dgm:spPr/>
    </dgm:pt>
    <dgm:pt modelId="{729217BB-9FA0-49D6-837B-27408DC1B744}" type="pres">
      <dgm:prSet presAssocID="{B687C9C9-AC15-4A6E-A789-2D8A9A6E4071}" presName="vert1" presStyleCnt="0"/>
      <dgm:spPr/>
    </dgm:pt>
    <dgm:pt modelId="{80B9BCE0-0A2A-4BCF-8098-8ACDEB3CB6C2}" type="pres">
      <dgm:prSet presAssocID="{A213158A-010B-4476-B28F-484A3F0DE568}" presName="thickLine" presStyleLbl="alignNode1" presStyleIdx="8" presStyleCnt="10"/>
      <dgm:spPr/>
    </dgm:pt>
    <dgm:pt modelId="{60AA5742-182B-416C-AC75-532ADAFA604A}" type="pres">
      <dgm:prSet presAssocID="{A213158A-010B-4476-B28F-484A3F0DE568}" presName="horz1" presStyleCnt="0"/>
      <dgm:spPr/>
    </dgm:pt>
    <dgm:pt modelId="{4E5865FC-E526-4410-8200-1FFE73845DEE}" type="pres">
      <dgm:prSet presAssocID="{A213158A-010B-4476-B28F-484A3F0DE568}" presName="tx1" presStyleLbl="revTx" presStyleIdx="8" presStyleCnt="10"/>
      <dgm:spPr/>
    </dgm:pt>
    <dgm:pt modelId="{8F3ED230-17D3-49E4-9EA2-7FB530364CD7}" type="pres">
      <dgm:prSet presAssocID="{A213158A-010B-4476-B28F-484A3F0DE568}" presName="vert1" presStyleCnt="0"/>
      <dgm:spPr/>
    </dgm:pt>
    <dgm:pt modelId="{104CDC62-4215-40C9-9EA9-6A72331A27AF}" type="pres">
      <dgm:prSet presAssocID="{8C5306A6-78DD-4114-B36F-53EB8BFFEC9D}" presName="thickLine" presStyleLbl="alignNode1" presStyleIdx="9" presStyleCnt="10"/>
      <dgm:spPr/>
    </dgm:pt>
    <dgm:pt modelId="{073F173C-5067-4DE9-A61D-6C4E50AE5A82}" type="pres">
      <dgm:prSet presAssocID="{8C5306A6-78DD-4114-B36F-53EB8BFFEC9D}" presName="horz1" presStyleCnt="0"/>
      <dgm:spPr/>
    </dgm:pt>
    <dgm:pt modelId="{15560D0B-8260-4F1B-9456-AF71A0EAF348}" type="pres">
      <dgm:prSet presAssocID="{8C5306A6-78DD-4114-B36F-53EB8BFFEC9D}" presName="tx1" presStyleLbl="revTx" presStyleIdx="9" presStyleCnt="10"/>
      <dgm:spPr/>
    </dgm:pt>
    <dgm:pt modelId="{8E49AC0F-D008-4197-9948-6B6351152ACE}" type="pres">
      <dgm:prSet presAssocID="{8C5306A6-78DD-4114-B36F-53EB8BFFEC9D}" presName="vert1" presStyleCnt="0"/>
      <dgm:spPr/>
    </dgm:pt>
  </dgm:ptLst>
  <dgm:cxnLst>
    <dgm:cxn modelId="{D9F8D90A-325A-497D-8654-705082D24C73}" type="presOf" srcId="{8C5306A6-78DD-4114-B36F-53EB8BFFEC9D}" destId="{15560D0B-8260-4F1B-9456-AF71A0EAF348}" srcOrd="0" destOrd="0" presId="urn:microsoft.com/office/officeart/2008/layout/LinedList"/>
    <dgm:cxn modelId="{29585B10-CF23-41FD-9638-778CFEBC39D4}" srcId="{80E75525-C628-438D-BC66-FF790116A509}" destId="{D9F61018-FEEB-4BFB-AAEE-76A983403F4E}" srcOrd="4" destOrd="0" parTransId="{CA69D8DC-87D2-474E-A756-3235E783E500}" sibTransId="{27A42664-665F-49BA-A6F6-931EFDA7D8C6}"/>
    <dgm:cxn modelId="{DF4D0D14-6E18-43C1-ACB4-600765DD1545}" type="presOf" srcId="{8E532E67-1F3C-4BE9-A40E-B461A9D59BB5}" destId="{FA6F9B1B-4753-4642-9F26-88281AC549E6}" srcOrd="0" destOrd="0" presId="urn:microsoft.com/office/officeart/2008/layout/LinedList"/>
    <dgm:cxn modelId="{C405171B-B839-4F47-8D5B-39669614B4BB}" srcId="{80E75525-C628-438D-BC66-FF790116A509}" destId="{8C5306A6-78DD-4114-B36F-53EB8BFFEC9D}" srcOrd="9" destOrd="0" parTransId="{30D04546-075E-4A12-B414-840B87EB538C}" sibTransId="{5135A029-8801-41D4-A57E-3F4F8B157400}"/>
    <dgm:cxn modelId="{26C3D026-9111-4C91-85E8-02F18921F9E7}" type="presOf" srcId="{80E75525-C628-438D-BC66-FF790116A509}" destId="{788BA684-511F-4764-A269-AFD8E6111216}" srcOrd="0" destOrd="0" presId="urn:microsoft.com/office/officeart/2008/layout/LinedList"/>
    <dgm:cxn modelId="{7BC8622C-4FD2-4C54-857C-AEE4CD2751FE}" srcId="{80E75525-C628-438D-BC66-FF790116A509}" destId="{83720DF2-BC94-4B53-8294-59ACCB90E623}" srcOrd="5" destOrd="0" parTransId="{E01F5DA4-50A5-433C-9602-320CB7443DD9}" sibTransId="{F3477717-11D8-48D4-9EF2-FCC3F53823C9}"/>
    <dgm:cxn modelId="{9781C866-5173-4C44-9CC8-B4BC35119891}" type="presOf" srcId="{24AE58CE-6FCB-4AD4-AB81-084F47F2FFB5}" destId="{3806EE87-8528-4C57-AC04-49C810517AAA}" srcOrd="0" destOrd="0" presId="urn:microsoft.com/office/officeart/2008/layout/LinedList"/>
    <dgm:cxn modelId="{A8A9194B-3CE7-4C31-A265-F7B0138E17A2}" srcId="{80E75525-C628-438D-BC66-FF790116A509}" destId="{0BED3654-330A-44B9-B279-2F6AD7FAB7B3}" srcOrd="0" destOrd="0" parTransId="{78DC0CC3-7C2A-4871-9300-88E267CEC122}" sibTransId="{A4F35F1F-ECD4-435A-B265-5BD6CFCA8068}"/>
    <dgm:cxn modelId="{FF5E4A50-9998-47F9-B945-F27EA7D1F3CB}" srcId="{80E75525-C628-438D-BC66-FF790116A509}" destId="{24AE58CE-6FCB-4AD4-AB81-084F47F2FFB5}" srcOrd="2" destOrd="0" parTransId="{165F28E6-9E7C-4CFE-8C50-3F179BDA00A7}" sibTransId="{5BAECC41-6E63-40F6-8364-C975EDC8DAAA}"/>
    <dgm:cxn modelId="{E41B5272-6314-45E2-983B-E658D33EA310}" type="presOf" srcId="{83720DF2-BC94-4B53-8294-59ACCB90E623}" destId="{51C4F291-FD82-49B8-B078-535BB05C709F}" srcOrd="0" destOrd="0" presId="urn:microsoft.com/office/officeart/2008/layout/LinedList"/>
    <dgm:cxn modelId="{FCF64D57-9703-43A1-A8B3-5D588EAEE90A}" type="presOf" srcId="{0BED3654-330A-44B9-B279-2F6AD7FAB7B3}" destId="{700B3D47-FE34-42D0-BF4D-69F01F3546CF}" srcOrd="0" destOrd="0" presId="urn:microsoft.com/office/officeart/2008/layout/LinedList"/>
    <dgm:cxn modelId="{86210E7A-BFD7-4E89-A5A6-9BCF654620F5}" type="presOf" srcId="{A213158A-010B-4476-B28F-484A3F0DE568}" destId="{4E5865FC-E526-4410-8200-1FFE73845DEE}" srcOrd="0" destOrd="0" presId="urn:microsoft.com/office/officeart/2008/layout/LinedList"/>
    <dgm:cxn modelId="{D40C4F5A-9287-4AF6-94E8-65E0B405BA54}" type="presOf" srcId="{C374545A-E76B-41CA-A69D-9C29BECAD932}" destId="{3519807D-870A-4D37-998C-5C470CDC1D6B}" srcOrd="0" destOrd="0" presId="urn:microsoft.com/office/officeart/2008/layout/LinedList"/>
    <dgm:cxn modelId="{743D4383-356C-4F38-B7E1-1070523C8B82}" type="presOf" srcId="{D9F61018-FEEB-4BFB-AAEE-76A983403F4E}" destId="{8D09375D-4ECB-4C73-B4B0-E714558051AA}" srcOrd="0" destOrd="0" presId="urn:microsoft.com/office/officeart/2008/layout/LinedList"/>
    <dgm:cxn modelId="{D2BC0497-E43B-42B4-8BEC-963B67F4956D}" srcId="{80E75525-C628-438D-BC66-FF790116A509}" destId="{A213158A-010B-4476-B28F-484A3F0DE568}" srcOrd="8" destOrd="0" parTransId="{0684E00B-9F1C-4417-8467-FE98F6CC818D}" sibTransId="{CC560338-DC2C-41E0-831B-B3408BBF9BD1}"/>
    <dgm:cxn modelId="{DD6074B9-6EB0-4D7B-8D73-801F8286E1ED}" srcId="{80E75525-C628-438D-BC66-FF790116A509}" destId="{C374545A-E76B-41CA-A69D-9C29BECAD932}" srcOrd="3" destOrd="0" parTransId="{8928CBD9-6D05-4021-B907-094CA3771984}" sibTransId="{F8450A8F-2E2D-4AFC-86B6-9EDEC7CC5685}"/>
    <dgm:cxn modelId="{8F0CCBBF-9B37-4C7D-A32E-64F0ABF07972}" type="presOf" srcId="{C875A578-7254-4B2C-8778-02A5DA2A00C2}" destId="{13EBE0AC-F74D-4561-B725-37B78DA92660}" srcOrd="0" destOrd="0" presId="urn:microsoft.com/office/officeart/2008/layout/LinedList"/>
    <dgm:cxn modelId="{F2D925C5-95D8-40EB-ABAA-FD7E7172F266}" srcId="{80E75525-C628-438D-BC66-FF790116A509}" destId="{C875A578-7254-4B2C-8778-02A5DA2A00C2}" srcOrd="6" destOrd="0" parTransId="{2D260E28-6B0A-447F-8AF8-E1BCC2A9EA46}" sibTransId="{FB3A5108-001F-4CE4-B430-13CB8FB3FA0A}"/>
    <dgm:cxn modelId="{48EA5BE1-0DD4-4DC2-87FE-9C4602E2B549}" srcId="{80E75525-C628-438D-BC66-FF790116A509}" destId="{8E532E67-1F3C-4BE9-A40E-B461A9D59BB5}" srcOrd="1" destOrd="0" parTransId="{95823319-14B3-4F55-8413-8CB167938AF1}" sibTransId="{BE6AA8FB-D021-4F90-8944-F151DF1B996D}"/>
    <dgm:cxn modelId="{1A05D9EF-CE38-4E07-8BE4-151DAF9B7AC8}" srcId="{80E75525-C628-438D-BC66-FF790116A509}" destId="{B687C9C9-AC15-4A6E-A789-2D8A9A6E4071}" srcOrd="7" destOrd="0" parTransId="{CD81C9A7-DC92-4778-AC5C-B8B4088B03BD}" sibTransId="{F5D5D822-F2A4-4E13-BA96-FA1AC7ECD6DF}"/>
    <dgm:cxn modelId="{6D24BDFF-DF5F-4330-8DD7-BA0B1D610299}" type="presOf" srcId="{B687C9C9-AC15-4A6E-A789-2D8A9A6E4071}" destId="{90C0E39A-588E-46D9-979A-E80F5450FF8D}" srcOrd="0" destOrd="0" presId="urn:microsoft.com/office/officeart/2008/layout/LinedList"/>
    <dgm:cxn modelId="{FD797D1B-9B3A-4A7A-9CCA-7D9D89C971FB}" type="presParOf" srcId="{788BA684-511F-4764-A269-AFD8E6111216}" destId="{27951E17-95B7-456B-802D-315E3CE6111B}" srcOrd="0" destOrd="0" presId="urn:microsoft.com/office/officeart/2008/layout/LinedList"/>
    <dgm:cxn modelId="{5ADD2E57-81B6-4B0F-987C-F397F2062A12}" type="presParOf" srcId="{788BA684-511F-4764-A269-AFD8E6111216}" destId="{2F25DC47-6F2E-43BA-93E2-EAF4A95A91D4}" srcOrd="1" destOrd="0" presId="urn:microsoft.com/office/officeart/2008/layout/LinedList"/>
    <dgm:cxn modelId="{52AE948F-26E9-4C40-955C-D51955A84A42}" type="presParOf" srcId="{2F25DC47-6F2E-43BA-93E2-EAF4A95A91D4}" destId="{700B3D47-FE34-42D0-BF4D-69F01F3546CF}" srcOrd="0" destOrd="0" presId="urn:microsoft.com/office/officeart/2008/layout/LinedList"/>
    <dgm:cxn modelId="{5BEE1474-8351-42AD-96C5-DF99397F5ABE}" type="presParOf" srcId="{2F25DC47-6F2E-43BA-93E2-EAF4A95A91D4}" destId="{7017DFBF-0734-4D57-96AE-8BEBCA60F2F7}" srcOrd="1" destOrd="0" presId="urn:microsoft.com/office/officeart/2008/layout/LinedList"/>
    <dgm:cxn modelId="{8E35ACEE-8011-467A-8FE5-86B8F58984FC}" type="presParOf" srcId="{788BA684-511F-4764-A269-AFD8E6111216}" destId="{CF1176E5-2DE9-41AC-916B-A613EA32F977}" srcOrd="2" destOrd="0" presId="urn:microsoft.com/office/officeart/2008/layout/LinedList"/>
    <dgm:cxn modelId="{2C283627-C847-459D-98A6-35F92AE3A78C}" type="presParOf" srcId="{788BA684-511F-4764-A269-AFD8E6111216}" destId="{8A030E31-976E-4CC1-A0A4-F7A92403BB1C}" srcOrd="3" destOrd="0" presId="urn:microsoft.com/office/officeart/2008/layout/LinedList"/>
    <dgm:cxn modelId="{716A317D-A27B-44F3-9486-31026645000F}" type="presParOf" srcId="{8A030E31-976E-4CC1-A0A4-F7A92403BB1C}" destId="{FA6F9B1B-4753-4642-9F26-88281AC549E6}" srcOrd="0" destOrd="0" presId="urn:microsoft.com/office/officeart/2008/layout/LinedList"/>
    <dgm:cxn modelId="{B1C3F873-E272-4A0B-B0ED-CB9DC29DE01E}" type="presParOf" srcId="{8A030E31-976E-4CC1-A0A4-F7A92403BB1C}" destId="{1C55CE30-35AF-4D36-BCD0-A6700C042705}" srcOrd="1" destOrd="0" presId="urn:microsoft.com/office/officeart/2008/layout/LinedList"/>
    <dgm:cxn modelId="{4C73BCEF-D4EB-48F5-842B-632C34C4A5D0}" type="presParOf" srcId="{788BA684-511F-4764-A269-AFD8E6111216}" destId="{94295BBB-BC29-4724-BD0D-194DF59BFCA5}" srcOrd="4" destOrd="0" presId="urn:microsoft.com/office/officeart/2008/layout/LinedList"/>
    <dgm:cxn modelId="{5E8C20E7-65EA-429B-B9D2-6352EA41B0C2}" type="presParOf" srcId="{788BA684-511F-4764-A269-AFD8E6111216}" destId="{7962F591-7586-4D7E-ACB5-D615F603A40C}" srcOrd="5" destOrd="0" presId="urn:microsoft.com/office/officeart/2008/layout/LinedList"/>
    <dgm:cxn modelId="{79BE8A44-3250-4671-A96C-25B6A04C5ECC}" type="presParOf" srcId="{7962F591-7586-4D7E-ACB5-D615F603A40C}" destId="{3806EE87-8528-4C57-AC04-49C810517AAA}" srcOrd="0" destOrd="0" presId="urn:microsoft.com/office/officeart/2008/layout/LinedList"/>
    <dgm:cxn modelId="{A09E371B-F6BD-454D-AF32-9E3966972129}" type="presParOf" srcId="{7962F591-7586-4D7E-ACB5-D615F603A40C}" destId="{6BCC1F1F-A1A3-40F6-AD15-AFFA460AB710}" srcOrd="1" destOrd="0" presId="urn:microsoft.com/office/officeart/2008/layout/LinedList"/>
    <dgm:cxn modelId="{B11CD6FE-9FB4-43D7-A205-915D25583FF2}" type="presParOf" srcId="{788BA684-511F-4764-A269-AFD8E6111216}" destId="{8163A586-ECCA-41AC-A067-F278EAF1133C}" srcOrd="6" destOrd="0" presId="urn:microsoft.com/office/officeart/2008/layout/LinedList"/>
    <dgm:cxn modelId="{198B543C-4B9C-40CD-B69A-220CB6E58B05}" type="presParOf" srcId="{788BA684-511F-4764-A269-AFD8E6111216}" destId="{8FA5A653-405C-446A-BEDB-E4DE60A63184}" srcOrd="7" destOrd="0" presId="urn:microsoft.com/office/officeart/2008/layout/LinedList"/>
    <dgm:cxn modelId="{3AF19AD7-A093-40A3-B324-9ADB9AB40E8D}" type="presParOf" srcId="{8FA5A653-405C-446A-BEDB-E4DE60A63184}" destId="{3519807D-870A-4D37-998C-5C470CDC1D6B}" srcOrd="0" destOrd="0" presId="urn:microsoft.com/office/officeart/2008/layout/LinedList"/>
    <dgm:cxn modelId="{E9C4C189-65C8-42A0-8518-E5402009F7FF}" type="presParOf" srcId="{8FA5A653-405C-446A-BEDB-E4DE60A63184}" destId="{ED90A628-F3B6-4F95-8D8B-83C493180C53}" srcOrd="1" destOrd="0" presId="urn:microsoft.com/office/officeart/2008/layout/LinedList"/>
    <dgm:cxn modelId="{51BDB2B3-3588-491D-A2E3-36B01DC66091}" type="presParOf" srcId="{788BA684-511F-4764-A269-AFD8E6111216}" destId="{36ECC7EA-0C07-4516-86D0-4451B09052C4}" srcOrd="8" destOrd="0" presId="urn:microsoft.com/office/officeart/2008/layout/LinedList"/>
    <dgm:cxn modelId="{64AF274C-7EB3-44B3-9DFA-7357EA8DE6D0}" type="presParOf" srcId="{788BA684-511F-4764-A269-AFD8E6111216}" destId="{C5DA4826-2B22-4ABB-A34E-0F1E9B48AB5E}" srcOrd="9" destOrd="0" presId="urn:microsoft.com/office/officeart/2008/layout/LinedList"/>
    <dgm:cxn modelId="{29531F1D-ED03-46B3-A68C-5A1E004D5011}" type="presParOf" srcId="{C5DA4826-2B22-4ABB-A34E-0F1E9B48AB5E}" destId="{8D09375D-4ECB-4C73-B4B0-E714558051AA}" srcOrd="0" destOrd="0" presId="urn:microsoft.com/office/officeart/2008/layout/LinedList"/>
    <dgm:cxn modelId="{3DDDAF29-65C7-4F1A-8EAD-DCC43E1E4077}" type="presParOf" srcId="{C5DA4826-2B22-4ABB-A34E-0F1E9B48AB5E}" destId="{A1012B80-E4D4-43DC-8D64-CDA1DDCCA674}" srcOrd="1" destOrd="0" presId="urn:microsoft.com/office/officeart/2008/layout/LinedList"/>
    <dgm:cxn modelId="{A0615CE6-CE34-4D26-A994-B7C1680FC4CB}" type="presParOf" srcId="{788BA684-511F-4764-A269-AFD8E6111216}" destId="{BEE60F74-6FA7-4D00-9DB4-9E4303BEDD15}" srcOrd="10" destOrd="0" presId="urn:microsoft.com/office/officeart/2008/layout/LinedList"/>
    <dgm:cxn modelId="{1ACC5584-EE99-4FF0-8ACB-0EF73DCCD826}" type="presParOf" srcId="{788BA684-511F-4764-A269-AFD8E6111216}" destId="{5E387D93-3C17-4F75-8DEB-E076B9032A8B}" srcOrd="11" destOrd="0" presId="urn:microsoft.com/office/officeart/2008/layout/LinedList"/>
    <dgm:cxn modelId="{79B61D87-FE36-4BFC-9E63-D3997643A46B}" type="presParOf" srcId="{5E387D93-3C17-4F75-8DEB-E076B9032A8B}" destId="{51C4F291-FD82-49B8-B078-535BB05C709F}" srcOrd="0" destOrd="0" presId="urn:microsoft.com/office/officeart/2008/layout/LinedList"/>
    <dgm:cxn modelId="{798F5876-70EF-4160-B0A4-4FD674ED3F07}" type="presParOf" srcId="{5E387D93-3C17-4F75-8DEB-E076B9032A8B}" destId="{461E344B-A5CB-4E1E-A287-96BE5332D28D}" srcOrd="1" destOrd="0" presId="urn:microsoft.com/office/officeart/2008/layout/LinedList"/>
    <dgm:cxn modelId="{3FF6B957-90A9-4E6A-8640-0C9052B7FA4B}" type="presParOf" srcId="{788BA684-511F-4764-A269-AFD8E6111216}" destId="{2CB29A4D-2148-4A0E-8A11-93CD7B021158}" srcOrd="12" destOrd="0" presId="urn:microsoft.com/office/officeart/2008/layout/LinedList"/>
    <dgm:cxn modelId="{A0588574-7E33-40C5-A49C-89AB52800741}" type="presParOf" srcId="{788BA684-511F-4764-A269-AFD8E6111216}" destId="{7D0C1689-E00E-4E04-B350-BB2155AD8B94}" srcOrd="13" destOrd="0" presId="urn:microsoft.com/office/officeart/2008/layout/LinedList"/>
    <dgm:cxn modelId="{C5C0BABE-76F0-483E-92E1-8D7F59D848B7}" type="presParOf" srcId="{7D0C1689-E00E-4E04-B350-BB2155AD8B94}" destId="{13EBE0AC-F74D-4561-B725-37B78DA92660}" srcOrd="0" destOrd="0" presId="urn:microsoft.com/office/officeart/2008/layout/LinedList"/>
    <dgm:cxn modelId="{E995B43D-57B7-40FB-B65A-A49B020787F6}" type="presParOf" srcId="{7D0C1689-E00E-4E04-B350-BB2155AD8B94}" destId="{530AE505-89EB-4F79-9399-EA49DBB32453}" srcOrd="1" destOrd="0" presId="urn:microsoft.com/office/officeart/2008/layout/LinedList"/>
    <dgm:cxn modelId="{114BA136-BAFA-4017-94F1-110C607FCF42}" type="presParOf" srcId="{788BA684-511F-4764-A269-AFD8E6111216}" destId="{6163A490-C6DD-4A77-B733-A1400DD1578B}" srcOrd="14" destOrd="0" presId="urn:microsoft.com/office/officeart/2008/layout/LinedList"/>
    <dgm:cxn modelId="{2A314C6F-29A9-4702-BF5C-E94B13BBF3A6}" type="presParOf" srcId="{788BA684-511F-4764-A269-AFD8E6111216}" destId="{686A81CA-82C3-4DF3-9A7F-5C22B6AAEF72}" srcOrd="15" destOrd="0" presId="urn:microsoft.com/office/officeart/2008/layout/LinedList"/>
    <dgm:cxn modelId="{C3BC2EAE-C563-4749-90B7-61DE563EEB1F}" type="presParOf" srcId="{686A81CA-82C3-4DF3-9A7F-5C22B6AAEF72}" destId="{90C0E39A-588E-46D9-979A-E80F5450FF8D}" srcOrd="0" destOrd="0" presId="urn:microsoft.com/office/officeart/2008/layout/LinedList"/>
    <dgm:cxn modelId="{032154ED-DF5A-4ECA-9F0B-0EEC2FBF94BC}" type="presParOf" srcId="{686A81CA-82C3-4DF3-9A7F-5C22B6AAEF72}" destId="{729217BB-9FA0-49D6-837B-27408DC1B744}" srcOrd="1" destOrd="0" presId="urn:microsoft.com/office/officeart/2008/layout/LinedList"/>
    <dgm:cxn modelId="{226B20F3-DEDF-4DAC-9732-2BCE55577647}" type="presParOf" srcId="{788BA684-511F-4764-A269-AFD8E6111216}" destId="{80B9BCE0-0A2A-4BCF-8098-8ACDEB3CB6C2}" srcOrd="16" destOrd="0" presId="urn:microsoft.com/office/officeart/2008/layout/LinedList"/>
    <dgm:cxn modelId="{A49F589A-3CF8-4053-BCFE-C6989AACD546}" type="presParOf" srcId="{788BA684-511F-4764-A269-AFD8E6111216}" destId="{60AA5742-182B-416C-AC75-532ADAFA604A}" srcOrd="17" destOrd="0" presId="urn:microsoft.com/office/officeart/2008/layout/LinedList"/>
    <dgm:cxn modelId="{7338D848-B057-41C6-A96E-37CD441CD5CA}" type="presParOf" srcId="{60AA5742-182B-416C-AC75-532ADAFA604A}" destId="{4E5865FC-E526-4410-8200-1FFE73845DEE}" srcOrd="0" destOrd="0" presId="urn:microsoft.com/office/officeart/2008/layout/LinedList"/>
    <dgm:cxn modelId="{F27392E6-73A6-4DCF-A38B-7ECB93DBC7EB}" type="presParOf" srcId="{60AA5742-182B-416C-AC75-532ADAFA604A}" destId="{8F3ED230-17D3-49E4-9EA2-7FB530364CD7}" srcOrd="1" destOrd="0" presId="urn:microsoft.com/office/officeart/2008/layout/LinedList"/>
    <dgm:cxn modelId="{D8122597-9A58-4639-B670-64CEE1B2F3FB}" type="presParOf" srcId="{788BA684-511F-4764-A269-AFD8E6111216}" destId="{104CDC62-4215-40C9-9EA9-6A72331A27AF}" srcOrd="18" destOrd="0" presId="urn:microsoft.com/office/officeart/2008/layout/LinedList"/>
    <dgm:cxn modelId="{C8C87DA2-5ECA-4F5A-9F27-73C03E8BA9CD}" type="presParOf" srcId="{788BA684-511F-4764-A269-AFD8E6111216}" destId="{073F173C-5067-4DE9-A61D-6C4E50AE5A82}" srcOrd="19" destOrd="0" presId="urn:microsoft.com/office/officeart/2008/layout/LinedList"/>
    <dgm:cxn modelId="{21F39C08-65D5-4F55-A792-6F5F30E05B35}" type="presParOf" srcId="{073F173C-5067-4DE9-A61D-6C4E50AE5A82}" destId="{15560D0B-8260-4F1B-9456-AF71A0EAF348}" srcOrd="0" destOrd="0" presId="urn:microsoft.com/office/officeart/2008/layout/LinedList"/>
    <dgm:cxn modelId="{28A844B2-7C5E-446C-8D9C-6407C14062D8}" type="presParOf" srcId="{073F173C-5067-4DE9-A61D-6C4E50AE5A82}" destId="{8E49AC0F-D008-4197-9948-6B6351152A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00ACA6-22E4-4C57-B3CF-99E76B8FF3E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D628DA8-A800-458B-83C3-E979A0939464}">
      <dgm:prSet/>
      <dgm:spPr/>
      <dgm:t>
        <a:bodyPr/>
        <a:lstStyle/>
        <a:p>
          <a:r>
            <a:rPr lang="en-US"/>
            <a:t>Khan et al. (2022): SCADA risk, need for protocol-aware IDS</a:t>
          </a:r>
        </a:p>
      </dgm:t>
    </dgm:pt>
    <dgm:pt modelId="{F13A37AA-FDDB-4904-B068-24562A3594F3}" type="parTrans" cxnId="{6AF9AA54-5322-45CC-84D2-00C8DEF32AE1}">
      <dgm:prSet/>
      <dgm:spPr/>
      <dgm:t>
        <a:bodyPr/>
        <a:lstStyle/>
        <a:p>
          <a:endParaRPr lang="en-US"/>
        </a:p>
      </dgm:t>
    </dgm:pt>
    <dgm:pt modelId="{15C86D77-C1E2-4ACD-92D3-E653CF151880}" type="sibTrans" cxnId="{6AF9AA54-5322-45CC-84D2-00C8DEF32AE1}">
      <dgm:prSet/>
      <dgm:spPr/>
      <dgm:t>
        <a:bodyPr/>
        <a:lstStyle/>
        <a:p>
          <a:endParaRPr lang="en-US"/>
        </a:p>
      </dgm:t>
    </dgm:pt>
    <dgm:pt modelId="{85C0A81F-1F95-4874-A489-0AB70DA9F45F}">
      <dgm:prSet/>
      <dgm:spPr/>
      <dgm:t>
        <a:bodyPr/>
        <a:lstStyle/>
        <a:p>
          <a:r>
            <a:rPr lang="en-US"/>
            <a:t>Alcaraz &amp; Zeadally (2023): Zero Trust, passive OT monitoring</a:t>
          </a:r>
        </a:p>
      </dgm:t>
    </dgm:pt>
    <dgm:pt modelId="{BDEA9854-353B-4F76-A80F-3102F156C92A}" type="parTrans" cxnId="{0DD3E1B8-3F22-4A3A-89E2-35984A7CD9B6}">
      <dgm:prSet/>
      <dgm:spPr/>
      <dgm:t>
        <a:bodyPr/>
        <a:lstStyle/>
        <a:p>
          <a:endParaRPr lang="en-US"/>
        </a:p>
      </dgm:t>
    </dgm:pt>
    <dgm:pt modelId="{B0481497-D463-4CF7-9E70-3EC6705D3B76}" type="sibTrans" cxnId="{0DD3E1B8-3F22-4A3A-89E2-35984A7CD9B6}">
      <dgm:prSet/>
      <dgm:spPr/>
      <dgm:t>
        <a:bodyPr/>
        <a:lstStyle/>
        <a:p>
          <a:endParaRPr lang="en-US"/>
        </a:p>
      </dgm:t>
    </dgm:pt>
    <dgm:pt modelId="{EEB6129A-2FDF-469A-B0A6-E33720C5D1DD}">
      <dgm:prSet/>
      <dgm:spPr/>
      <dgm:t>
        <a:bodyPr/>
        <a:lstStyle/>
        <a:p>
          <a:r>
            <a:rPr lang="en-US"/>
            <a:t>Defender aligns with both recommendations</a:t>
          </a:r>
        </a:p>
      </dgm:t>
    </dgm:pt>
    <dgm:pt modelId="{38826A63-AAF4-4870-8940-F7984ACA6400}" type="parTrans" cxnId="{31AE0A04-BBC9-4678-A99C-D84BB33A8363}">
      <dgm:prSet/>
      <dgm:spPr/>
      <dgm:t>
        <a:bodyPr/>
        <a:lstStyle/>
        <a:p>
          <a:endParaRPr lang="en-US"/>
        </a:p>
      </dgm:t>
    </dgm:pt>
    <dgm:pt modelId="{A057CFE2-D422-455A-91BC-3B7F16271104}" type="sibTrans" cxnId="{31AE0A04-BBC9-4678-A99C-D84BB33A8363}">
      <dgm:prSet/>
      <dgm:spPr/>
      <dgm:t>
        <a:bodyPr/>
        <a:lstStyle/>
        <a:p>
          <a:endParaRPr lang="en-US"/>
        </a:p>
      </dgm:t>
    </dgm:pt>
    <dgm:pt modelId="{C9FFE63E-B0BA-40F5-9A95-C4CD743E3309}" type="pres">
      <dgm:prSet presAssocID="{0E00ACA6-22E4-4C57-B3CF-99E76B8FF3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B9A2A6-F783-4757-B8DA-139D836CF29D}" type="pres">
      <dgm:prSet presAssocID="{2D628DA8-A800-458B-83C3-E979A0939464}" presName="hierRoot1" presStyleCnt="0"/>
      <dgm:spPr/>
    </dgm:pt>
    <dgm:pt modelId="{61BA1AA5-3A8F-4BBE-ADA9-6430055ED4A6}" type="pres">
      <dgm:prSet presAssocID="{2D628DA8-A800-458B-83C3-E979A0939464}" presName="composite" presStyleCnt="0"/>
      <dgm:spPr/>
    </dgm:pt>
    <dgm:pt modelId="{59EC7C32-E68B-4E93-B5D1-CD8CD7EFFE32}" type="pres">
      <dgm:prSet presAssocID="{2D628DA8-A800-458B-83C3-E979A0939464}" presName="background" presStyleLbl="node0" presStyleIdx="0" presStyleCnt="3"/>
      <dgm:spPr/>
    </dgm:pt>
    <dgm:pt modelId="{D0DF9D3C-6102-4674-9F9A-23B8764F6178}" type="pres">
      <dgm:prSet presAssocID="{2D628DA8-A800-458B-83C3-E979A0939464}" presName="text" presStyleLbl="fgAcc0" presStyleIdx="0" presStyleCnt="3">
        <dgm:presLayoutVars>
          <dgm:chPref val="3"/>
        </dgm:presLayoutVars>
      </dgm:prSet>
      <dgm:spPr/>
    </dgm:pt>
    <dgm:pt modelId="{B43607A4-EBBD-4065-9819-51C71DA10494}" type="pres">
      <dgm:prSet presAssocID="{2D628DA8-A800-458B-83C3-E979A0939464}" presName="hierChild2" presStyleCnt="0"/>
      <dgm:spPr/>
    </dgm:pt>
    <dgm:pt modelId="{498392F8-ABE4-412E-B14C-65FB61A90579}" type="pres">
      <dgm:prSet presAssocID="{85C0A81F-1F95-4874-A489-0AB70DA9F45F}" presName="hierRoot1" presStyleCnt="0"/>
      <dgm:spPr/>
    </dgm:pt>
    <dgm:pt modelId="{2B22E785-7198-424C-A831-FD58874C187F}" type="pres">
      <dgm:prSet presAssocID="{85C0A81F-1F95-4874-A489-0AB70DA9F45F}" presName="composite" presStyleCnt="0"/>
      <dgm:spPr/>
    </dgm:pt>
    <dgm:pt modelId="{43EDFA03-E9C5-4987-94B8-A70C0029AAD4}" type="pres">
      <dgm:prSet presAssocID="{85C0A81F-1F95-4874-A489-0AB70DA9F45F}" presName="background" presStyleLbl="node0" presStyleIdx="1" presStyleCnt="3"/>
      <dgm:spPr/>
    </dgm:pt>
    <dgm:pt modelId="{5D46CB09-4A2B-4FAF-BD04-D8C50DC231A0}" type="pres">
      <dgm:prSet presAssocID="{85C0A81F-1F95-4874-A489-0AB70DA9F45F}" presName="text" presStyleLbl="fgAcc0" presStyleIdx="1" presStyleCnt="3">
        <dgm:presLayoutVars>
          <dgm:chPref val="3"/>
        </dgm:presLayoutVars>
      </dgm:prSet>
      <dgm:spPr/>
    </dgm:pt>
    <dgm:pt modelId="{7569E91D-85C9-4CD1-A0E1-397455C62501}" type="pres">
      <dgm:prSet presAssocID="{85C0A81F-1F95-4874-A489-0AB70DA9F45F}" presName="hierChild2" presStyleCnt="0"/>
      <dgm:spPr/>
    </dgm:pt>
    <dgm:pt modelId="{087DBA0E-DCBC-4B5A-BD6E-763E0F1B39EB}" type="pres">
      <dgm:prSet presAssocID="{EEB6129A-2FDF-469A-B0A6-E33720C5D1DD}" presName="hierRoot1" presStyleCnt="0"/>
      <dgm:spPr/>
    </dgm:pt>
    <dgm:pt modelId="{C1F16DF7-BCC0-4E76-B47B-7FAADEACF6E1}" type="pres">
      <dgm:prSet presAssocID="{EEB6129A-2FDF-469A-B0A6-E33720C5D1DD}" presName="composite" presStyleCnt="0"/>
      <dgm:spPr/>
    </dgm:pt>
    <dgm:pt modelId="{EFA9EBE2-C5E2-4CBC-84EE-1D2B7C01583A}" type="pres">
      <dgm:prSet presAssocID="{EEB6129A-2FDF-469A-B0A6-E33720C5D1DD}" presName="background" presStyleLbl="node0" presStyleIdx="2" presStyleCnt="3"/>
      <dgm:spPr/>
    </dgm:pt>
    <dgm:pt modelId="{3AA9FAB7-E7E8-41F4-A6BB-4B3EF003DB9C}" type="pres">
      <dgm:prSet presAssocID="{EEB6129A-2FDF-469A-B0A6-E33720C5D1DD}" presName="text" presStyleLbl="fgAcc0" presStyleIdx="2" presStyleCnt="3">
        <dgm:presLayoutVars>
          <dgm:chPref val="3"/>
        </dgm:presLayoutVars>
      </dgm:prSet>
      <dgm:spPr/>
    </dgm:pt>
    <dgm:pt modelId="{6472862F-FDB8-408E-9EB7-9C37B823F812}" type="pres">
      <dgm:prSet presAssocID="{EEB6129A-2FDF-469A-B0A6-E33720C5D1DD}" presName="hierChild2" presStyleCnt="0"/>
      <dgm:spPr/>
    </dgm:pt>
  </dgm:ptLst>
  <dgm:cxnLst>
    <dgm:cxn modelId="{31AE0A04-BBC9-4678-A99C-D84BB33A8363}" srcId="{0E00ACA6-22E4-4C57-B3CF-99E76B8FF3EF}" destId="{EEB6129A-2FDF-469A-B0A6-E33720C5D1DD}" srcOrd="2" destOrd="0" parTransId="{38826A63-AAF4-4870-8940-F7984ACA6400}" sibTransId="{A057CFE2-D422-455A-91BC-3B7F16271104}"/>
    <dgm:cxn modelId="{A9B8A525-158B-4F14-8140-37D6D8D4CF3D}" type="presOf" srcId="{2D628DA8-A800-458B-83C3-E979A0939464}" destId="{D0DF9D3C-6102-4674-9F9A-23B8764F6178}" srcOrd="0" destOrd="0" presId="urn:microsoft.com/office/officeart/2005/8/layout/hierarchy1"/>
    <dgm:cxn modelId="{592C7663-4DD8-4A95-8E2E-2E7568DB3B88}" type="presOf" srcId="{0E00ACA6-22E4-4C57-B3CF-99E76B8FF3EF}" destId="{C9FFE63E-B0BA-40F5-9A95-C4CD743E3309}" srcOrd="0" destOrd="0" presId="urn:microsoft.com/office/officeart/2005/8/layout/hierarchy1"/>
    <dgm:cxn modelId="{73552D48-E055-451C-911A-5E24097241AF}" type="presOf" srcId="{85C0A81F-1F95-4874-A489-0AB70DA9F45F}" destId="{5D46CB09-4A2B-4FAF-BD04-D8C50DC231A0}" srcOrd="0" destOrd="0" presId="urn:microsoft.com/office/officeart/2005/8/layout/hierarchy1"/>
    <dgm:cxn modelId="{6AF9AA54-5322-45CC-84D2-00C8DEF32AE1}" srcId="{0E00ACA6-22E4-4C57-B3CF-99E76B8FF3EF}" destId="{2D628DA8-A800-458B-83C3-E979A0939464}" srcOrd="0" destOrd="0" parTransId="{F13A37AA-FDDB-4904-B068-24562A3594F3}" sibTransId="{15C86D77-C1E2-4ACD-92D3-E653CF151880}"/>
    <dgm:cxn modelId="{121221B7-D1B8-419D-B667-1CA4101838DB}" type="presOf" srcId="{EEB6129A-2FDF-469A-B0A6-E33720C5D1DD}" destId="{3AA9FAB7-E7E8-41F4-A6BB-4B3EF003DB9C}" srcOrd="0" destOrd="0" presId="urn:microsoft.com/office/officeart/2005/8/layout/hierarchy1"/>
    <dgm:cxn modelId="{0DD3E1B8-3F22-4A3A-89E2-35984A7CD9B6}" srcId="{0E00ACA6-22E4-4C57-B3CF-99E76B8FF3EF}" destId="{85C0A81F-1F95-4874-A489-0AB70DA9F45F}" srcOrd="1" destOrd="0" parTransId="{BDEA9854-353B-4F76-A80F-3102F156C92A}" sibTransId="{B0481497-D463-4CF7-9E70-3EC6705D3B76}"/>
    <dgm:cxn modelId="{5EC5095F-8A75-4C24-A0F8-5E346454454D}" type="presParOf" srcId="{C9FFE63E-B0BA-40F5-9A95-C4CD743E3309}" destId="{C2B9A2A6-F783-4757-B8DA-139D836CF29D}" srcOrd="0" destOrd="0" presId="urn:microsoft.com/office/officeart/2005/8/layout/hierarchy1"/>
    <dgm:cxn modelId="{A14CABA3-FDC0-40C8-B6D0-F3E4EE8C4781}" type="presParOf" srcId="{C2B9A2A6-F783-4757-B8DA-139D836CF29D}" destId="{61BA1AA5-3A8F-4BBE-ADA9-6430055ED4A6}" srcOrd="0" destOrd="0" presId="urn:microsoft.com/office/officeart/2005/8/layout/hierarchy1"/>
    <dgm:cxn modelId="{0747A11F-1F54-4C0D-B433-D56453D8E8D7}" type="presParOf" srcId="{61BA1AA5-3A8F-4BBE-ADA9-6430055ED4A6}" destId="{59EC7C32-E68B-4E93-B5D1-CD8CD7EFFE32}" srcOrd="0" destOrd="0" presId="urn:microsoft.com/office/officeart/2005/8/layout/hierarchy1"/>
    <dgm:cxn modelId="{73FE8878-C6EF-4E70-9253-4A5110006164}" type="presParOf" srcId="{61BA1AA5-3A8F-4BBE-ADA9-6430055ED4A6}" destId="{D0DF9D3C-6102-4674-9F9A-23B8764F6178}" srcOrd="1" destOrd="0" presId="urn:microsoft.com/office/officeart/2005/8/layout/hierarchy1"/>
    <dgm:cxn modelId="{467FB4CE-E0FB-4EE5-9631-A65A019ADD65}" type="presParOf" srcId="{C2B9A2A6-F783-4757-B8DA-139D836CF29D}" destId="{B43607A4-EBBD-4065-9819-51C71DA10494}" srcOrd="1" destOrd="0" presId="urn:microsoft.com/office/officeart/2005/8/layout/hierarchy1"/>
    <dgm:cxn modelId="{3D8589CC-4B92-48C5-8B15-4D1A7FBD949F}" type="presParOf" srcId="{C9FFE63E-B0BA-40F5-9A95-C4CD743E3309}" destId="{498392F8-ABE4-412E-B14C-65FB61A90579}" srcOrd="1" destOrd="0" presId="urn:microsoft.com/office/officeart/2005/8/layout/hierarchy1"/>
    <dgm:cxn modelId="{5B8D7635-2CFA-4FCA-903F-1D800BF8D0DB}" type="presParOf" srcId="{498392F8-ABE4-412E-B14C-65FB61A90579}" destId="{2B22E785-7198-424C-A831-FD58874C187F}" srcOrd="0" destOrd="0" presId="urn:microsoft.com/office/officeart/2005/8/layout/hierarchy1"/>
    <dgm:cxn modelId="{8C4303D2-74FD-47CB-8980-F11D691FFBA6}" type="presParOf" srcId="{2B22E785-7198-424C-A831-FD58874C187F}" destId="{43EDFA03-E9C5-4987-94B8-A70C0029AAD4}" srcOrd="0" destOrd="0" presId="urn:microsoft.com/office/officeart/2005/8/layout/hierarchy1"/>
    <dgm:cxn modelId="{3B623CA3-4735-4AA3-9C32-0ACF8DBB1CEF}" type="presParOf" srcId="{2B22E785-7198-424C-A831-FD58874C187F}" destId="{5D46CB09-4A2B-4FAF-BD04-D8C50DC231A0}" srcOrd="1" destOrd="0" presId="urn:microsoft.com/office/officeart/2005/8/layout/hierarchy1"/>
    <dgm:cxn modelId="{E3AF2CAA-304E-4C1A-A58F-7C88AD8B6C43}" type="presParOf" srcId="{498392F8-ABE4-412E-B14C-65FB61A90579}" destId="{7569E91D-85C9-4CD1-A0E1-397455C62501}" srcOrd="1" destOrd="0" presId="urn:microsoft.com/office/officeart/2005/8/layout/hierarchy1"/>
    <dgm:cxn modelId="{EC70CD80-A3F8-479D-A18D-A00C1AB22AAC}" type="presParOf" srcId="{C9FFE63E-B0BA-40F5-9A95-C4CD743E3309}" destId="{087DBA0E-DCBC-4B5A-BD6E-763E0F1B39EB}" srcOrd="2" destOrd="0" presId="urn:microsoft.com/office/officeart/2005/8/layout/hierarchy1"/>
    <dgm:cxn modelId="{1B87DE70-C23D-4DB2-ACC0-29712A710883}" type="presParOf" srcId="{087DBA0E-DCBC-4B5A-BD6E-763E0F1B39EB}" destId="{C1F16DF7-BCC0-4E76-B47B-7FAADEACF6E1}" srcOrd="0" destOrd="0" presId="urn:microsoft.com/office/officeart/2005/8/layout/hierarchy1"/>
    <dgm:cxn modelId="{E3DAF6B8-DAA6-4BFD-A4FB-5B7ED925FA15}" type="presParOf" srcId="{C1F16DF7-BCC0-4E76-B47B-7FAADEACF6E1}" destId="{EFA9EBE2-C5E2-4CBC-84EE-1D2B7C01583A}" srcOrd="0" destOrd="0" presId="urn:microsoft.com/office/officeart/2005/8/layout/hierarchy1"/>
    <dgm:cxn modelId="{C05F3CCB-75E5-49B5-9C2F-CA8CB1004E00}" type="presParOf" srcId="{C1F16DF7-BCC0-4E76-B47B-7FAADEACF6E1}" destId="{3AA9FAB7-E7E8-41F4-A6BB-4B3EF003DB9C}" srcOrd="1" destOrd="0" presId="urn:microsoft.com/office/officeart/2005/8/layout/hierarchy1"/>
    <dgm:cxn modelId="{8DEDD486-D8AC-4513-97BC-3479B5B63AE1}" type="presParOf" srcId="{087DBA0E-DCBC-4B5A-BD6E-763E0F1B39EB}" destId="{6472862F-FDB8-408E-9EB7-9C37B823F8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C20A10-7DEF-4D0E-8C69-880803C8DB6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4A6AE8A-C566-47B3-B326-F035583CA44A}">
      <dgm:prSet custT="1"/>
      <dgm:spPr/>
      <dgm:t>
        <a:bodyPr/>
        <a:lstStyle/>
        <a:p>
          <a:pPr algn="ctr">
            <a:defRPr b="1"/>
          </a:pPr>
          <a:r>
            <a:rPr lang="en-US" sz="2000" dirty="0"/>
            <a:t>Defender for Endpoint:</a:t>
          </a:r>
        </a:p>
      </dgm:t>
    </dgm:pt>
    <dgm:pt modelId="{69318BE0-6E2B-453C-8AAB-DDABC3016295}" type="parTrans" cxnId="{1E60C03B-9E32-4FCE-AA80-4A22D1643164}">
      <dgm:prSet/>
      <dgm:spPr/>
      <dgm:t>
        <a:bodyPr/>
        <a:lstStyle/>
        <a:p>
          <a:pPr algn="ctr"/>
          <a:endParaRPr lang="en-US"/>
        </a:p>
      </dgm:t>
    </dgm:pt>
    <dgm:pt modelId="{D386F7F7-672A-4284-A627-2F22EA774B9A}" type="sibTrans" cxnId="{1E60C03B-9E32-4FCE-AA80-4A22D1643164}">
      <dgm:prSet/>
      <dgm:spPr/>
      <dgm:t>
        <a:bodyPr/>
        <a:lstStyle/>
        <a:p>
          <a:pPr algn="ctr"/>
          <a:endParaRPr lang="en-US"/>
        </a:p>
      </dgm:t>
    </dgm:pt>
    <dgm:pt modelId="{56C53353-5584-4E05-AF62-8F9E4129075B}">
      <dgm:prSet custT="1"/>
      <dgm:spPr/>
      <dgm:t>
        <a:bodyPr/>
        <a:lstStyle/>
        <a:p>
          <a:pPr algn="ctr"/>
          <a:r>
            <a:rPr lang="en-US" sz="1600"/>
            <a:t>Behavioral analytics</a:t>
          </a:r>
        </a:p>
      </dgm:t>
    </dgm:pt>
    <dgm:pt modelId="{B2FFC5A7-A38C-4E28-8722-5373518C1971}" type="parTrans" cxnId="{B60B4BD8-EA97-4044-9302-0E7CB4F13069}">
      <dgm:prSet/>
      <dgm:spPr/>
      <dgm:t>
        <a:bodyPr/>
        <a:lstStyle/>
        <a:p>
          <a:pPr algn="ctr"/>
          <a:endParaRPr lang="en-US"/>
        </a:p>
      </dgm:t>
    </dgm:pt>
    <dgm:pt modelId="{B8A8DA9F-5F85-4D51-8C4F-041AAA1DFE5C}" type="sibTrans" cxnId="{B60B4BD8-EA97-4044-9302-0E7CB4F13069}">
      <dgm:prSet/>
      <dgm:spPr/>
      <dgm:t>
        <a:bodyPr/>
        <a:lstStyle/>
        <a:p>
          <a:pPr algn="ctr"/>
          <a:endParaRPr lang="en-US"/>
        </a:p>
      </dgm:t>
    </dgm:pt>
    <dgm:pt modelId="{9E36E699-6533-46DC-B323-40E16D3EF447}">
      <dgm:prSet custT="1"/>
      <dgm:spPr/>
      <dgm:t>
        <a:bodyPr/>
        <a:lstStyle/>
        <a:p>
          <a:pPr algn="ctr"/>
          <a:r>
            <a:rPr lang="en-US" sz="1600" dirty="0"/>
            <a:t>Block &amp; isolate</a:t>
          </a:r>
        </a:p>
      </dgm:t>
    </dgm:pt>
    <dgm:pt modelId="{202CC052-332B-45F7-8EE3-49259C10BDEE}" type="parTrans" cxnId="{08DF4E9C-3546-455C-9A69-E5AA358D0A16}">
      <dgm:prSet/>
      <dgm:spPr/>
      <dgm:t>
        <a:bodyPr/>
        <a:lstStyle/>
        <a:p>
          <a:pPr algn="ctr"/>
          <a:endParaRPr lang="en-US"/>
        </a:p>
      </dgm:t>
    </dgm:pt>
    <dgm:pt modelId="{5DE0283E-7EE6-4979-A8EF-9515A2A68246}" type="sibTrans" cxnId="{08DF4E9C-3546-455C-9A69-E5AA358D0A16}">
      <dgm:prSet/>
      <dgm:spPr/>
      <dgm:t>
        <a:bodyPr/>
        <a:lstStyle/>
        <a:p>
          <a:pPr algn="ctr"/>
          <a:endParaRPr lang="en-US"/>
        </a:p>
      </dgm:t>
    </dgm:pt>
    <dgm:pt modelId="{66E13338-9DF9-4792-A255-2B63A77C662A}">
      <dgm:prSet custT="1"/>
      <dgm:spPr/>
      <dgm:t>
        <a:bodyPr/>
        <a:lstStyle/>
        <a:p>
          <a:pPr algn="ctr"/>
          <a:r>
            <a:rPr lang="en-US" sz="1600"/>
            <a:t>CVE-based remediation</a:t>
          </a:r>
        </a:p>
      </dgm:t>
    </dgm:pt>
    <dgm:pt modelId="{E97FE7FA-6AEE-4FB9-A263-28ECD5A1EA2E}" type="parTrans" cxnId="{298D6C50-DF3A-4E17-AA60-04F4DAB7D44D}">
      <dgm:prSet/>
      <dgm:spPr/>
      <dgm:t>
        <a:bodyPr/>
        <a:lstStyle/>
        <a:p>
          <a:pPr algn="ctr"/>
          <a:endParaRPr lang="en-US"/>
        </a:p>
      </dgm:t>
    </dgm:pt>
    <dgm:pt modelId="{5542C78B-411F-4DF4-8C7E-1562820438CD}" type="sibTrans" cxnId="{298D6C50-DF3A-4E17-AA60-04F4DAB7D44D}">
      <dgm:prSet/>
      <dgm:spPr/>
      <dgm:t>
        <a:bodyPr/>
        <a:lstStyle/>
        <a:p>
          <a:pPr algn="ctr"/>
          <a:endParaRPr lang="en-US"/>
        </a:p>
      </dgm:t>
    </dgm:pt>
    <dgm:pt modelId="{C7F72DB7-CCEA-432E-9412-5ED7EE9EFDD5}">
      <dgm:prSet custT="1"/>
      <dgm:spPr/>
      <dgm:t>
        <a:bodyPr/>
        <a:lstStyle/>
        <a:p>
          <a:pPr algn="ctr">
            <a:defRPr b="1"/>
          </a:pPr>
          <a:r>
            <a:rPr lang="en-US" sz="2000" dirty="0"/>
            <a:t>Defender for IoT:</a:t>
          </a:r>
        </a:p>
      </dgm:t>
    </dgm:pt>
    <dgm:pt modelId="{43D47C9B-963F-4A6C-9FFC-6C3E3C010338}" type="parTrans" cxnId="{62603D1D-FE25-4502-92C1-7CC857FAC38D}">
      <dgm:prSet/>
      <dgm:spPr/>
      <dgm:t>
        <a:bodyPr/>
        <a:lstStyle/>
        <a:p>
          <a:pPr algn="ctr"/>
          <a:endParaRPr lang="en-US"/>
        </a:p>
      </dgm:t>
    </dgm:pt>
    <dgm:pt modelId="{1C38A9BE-5203-4CCA-96E9-F18ACE17D17C}" type="sibTrans" cxnId="{62603D1D-FE25-4502-92C1-7CC857FAC38D}">
      <dgm:prSet/>
      <dgm:spPr/>
      <dgm:t>
        <a:bodyPr/>
        <a:lstStyle/>
        <a:p>
          <a:pPr algn="ctr"/>
          <a:endParaRPr lang="en-US"/>
        </a:p>
      </dgm:t>
    </dgm:pt>
    <dgm:pt modelId="{B361442C-1C8B-46EA-BE4A-925E17151510}">
      <dgm:prSet custT="1"/>
      <dgm:spPr/>
      <dgm:t>
        <a:bodyPr/>
        <a:lstStyle/>
        <a:p>
          <a:pPr algn="ctr"/>
          <a:r>
            <a:rPr lang="en-US" sz="1600" dirty="0"/>
            <a:t>Passive monitoring</a:t>
          </a:r>
        </a:p>
      </dgm:t>
    </dgm:pt>
    <dgm:pt modelId="{693ADE3F-9D89-4856-B337-79336C9FB5FC}" type="parTrans" cxnId="{3F279326-F154-4797-B22E-1335645387FC}">
      <dgm:prSet/>
      <dgm:spPr/>
      <dgm:t>
        <a:bodyPr/>
        <a:lstStyle/>
        <a:p>
          <a:pPr algn="ctr"/>
          <a:endParaRPr lang="en-US"/>
        </a:p>
      </dgm:t>
    </dgm:pt>
    <dgm:pt modelId="{50450817-F862-4106-A8E4-9EEA76A02B8C}" type="sibTrans" cxnId="{3F279326-F154-4797-B22E-1335645387FC}">
      <dgm:prSet/>
      <dgm:spPr/>
      <dgm:t>
        <a:bodyPr/>
        <a:lstStyle/>
        <a:p>
          <a:pPr algn="ctr"/>
          <a:endParaRPr lang="en-US"/>
        </a:p>
      </dgm:t>
    </dgm:pt>
    <dgm:pt modelId="{A93C7B94-15E7-41EF-8917-886F26908D27}">
      <dgm:prSet custT="1"/>
      <dgm:spPr/>
      <dgm:t>
        <a:bodyPr/>
        <a:lstStyle/>
        <a:p>
          <a:pPr algn="ctr"/>
          <a:r>
            <a:rPr lang="en-US" sz="1600" dirty="0"/>
            <a:t>Protocol inspection (e.g., Modbus)</a:t>
          </a:r>
        </a:p>
      </dgm:t>
    </dgm:pt>
    <dgm:pt modelId="{A65DD6DF-2863-42F9-B426-DEF1565A9B58}" type="parTrans" cxnId="{82704FFF-31DA-4C67-BB90-32DA70894956}">
      <dgm:prSet/>
      <dgm:spPr/>
      <dgm:t>
        <a:bodyPr/>
        <a:lstStyle/>
        <a:p>
          <a:pPr algn="ctr"/>
          <a:endParaRPr lang="en-US"/>
        </a:p>
      </dgm:t>
    </dgm:pt>
    <dgm:pt modelId="{9B980AD5-C8F0-43FA-AA22-B134CA9ADECF}" type="sibTrans" cxnId="{82704FFF-31DA-4C67-BB90-32DA70894956}">
      <dgm:prSet/>
      <dgm:spPr/>
      <dgm:t>
        <a:bodyPr/>
        <a:lstStyle/>
        <a:p>
          <a:pPr algn="ctr"/>
          <a:endParaRPr lang="en-US"/>
        </a:p>
      </dgm:t>
    </dgm:pt>
    <dgm:pt modelId="{3E3C28F1-648E-445E-A326-1C6ABB49FE47}">
      <dgm:prSet custT="1"/>
      <dgm:spPr/>
      <dgm:t>
        <a:bodyPr/>
        <a:lstStyle/>
        <a:p>
          <a:pPr algn="ctr"/>
          <a:r>
            <a:rPr lang="en-US" sz="1600" dirty="0"/>
            <a:t>Asset classification</a:t>
          </a:r>
        </a:p>
      </dgm:t>
    </dgm:pt>
    <dgm:pt modelId="{B33C47E2-455E-4B8C-8B97-848E125F040D}" type="parTrans" cxnId="{1F1605DF-F84D-4C7C-8EA5-FEBAEE39D5B8}">
      <dgm:prSet/>
      <dgm:spPr/>
      <dgm:t>
        <a:bodyPr/>
        <a:lstStyle/>
        <a:p>
          <a:pPr algn="ctr"/>
          <a:endParaRPr lang="en-US"/>
        </a:p>
      </dgm:t>
    </dgm:pt>
    <dgm:pt modelId="{064EC43A-26DA-433E-A522-7F34AE884127}" type="sibTrans" cxnId="{1F1605DF-F84D-4C7C-8EA5-FEBAEE39D5B8}">
      <dgm:prSet/>
      <dgm:spPr/>
      <dgm:t>
        <a:bodyPr/>
        <a:lstStyle/>
        <a:p>
          <a:pPr algn="ctr"/>
          <a:endParaRPr lang="en-US"/>
        </a:p>
      </dgm:t>
    </dgm:pt>
    <dgm:pt modelId="{B7511225-C54C-4B9B-88B9-49121540967F}">
      <dgm:prSet custT="1"/>
      <dgm:spPr/>
      <dgm:t>
        <a:bodyPr/>
        <a:lstStyle/>
        <a:p>
          <a:pPr algn="ctr">
            <a:spcAft>
              <a:spcPts val="200"/>
            </a:spcAft>
            <a:defRPr b="1"/>
          </a:pPr>
          <a:r>
            <a:rPr lang="en-US" sz="2000" dirty="0"/>
            <a:t>Integrated response </a:t>
          </a:r>
        </a:p>
        <a:p>
          <a:pPr algn="ctr">
            <a:spcAft>
              <a:spcPts val="200"/>
            </a:spcAft>
            <a:defRPr b="1"/>
          </a:pPr>
          <a:r>
            <a:rPr lang="en-US" sz="2000" dirty="0"/>
            <a:t>&amp; SIEM support</a:t>
          </a:r>
        </a:p>
      </dgm:t>
    </dgm:pt>
    <dgm:pt modelId="{0F2E8CDC-1FB5-4CA7-87D5-B29D6D116BC4}" type="parTrans" cxnId="{2B10F93A-3623-4623-8EBE-17BB471B77D1}">
      <dgm:prSet/>
      <dgm:spPr/>
      <dgm:t>
        <a:bodyPr/>
        <a:lstStyle/>
        <a:p>
          <a:pPr algn="ctr"/>
          <a:endParaRPr lang="en-US"/>
        </a:p>
      </dgm:t>
    </dgm:pt>
    <dgm:pt modelId="{67B0B2C2-AA43-4593-8245-BDFB58928BEF}" type="sibTrans" cxnId="{2B10F93A-3623-4623-8EBE-17BB471B77D1}">
      <dgm:prSet/>
      <dgm:spPr/>
      <dgm:t>
        <a:bodyPr/>
        <a:lstStyle/>
        <a:p>
          <a:pPr algn="ctr"/>
          <a:endParaRPr lang="en-US"/>
        </a:p>
      </dgm:t>
    </dgm:pt>
    <dgm:pt modelId="{EDAFD908-2E54-4D73-BA3D-A87B903CF2CA}" type="pres">
      <dgm:prSet presAssocID="{FFC20A10-7DEF-4D0E-8C69-880803C8DB62}" presName="root" presStyleCnt="0">
        <dgm:presLayoutVars>
          <dgm:dir/>
          <dgm:resizeHandles val="exact"/>
        </dgm:presLayoutVars>
      </dgm:prSet>
      <dgm:spPr/>
    </dgm:pt>
    <dgm:pt modelId="{D8DEE5E2-E5FD-4291-BCB6-4C97887F941E}" type="pres">
      <dgm:prSet presAssocID="{F4A6AE8A-C566-47B3-B326-F035583CA44A}" presName="compNode" presStyleCnt="0"/>
      <dgm:spPr/>
    </dgm:pt>
    <dgm:pt modelId="{B901AB8B-9985-47FA-B4E9-17C59F432781}" type="pres">
      <dgm:prSet presAssocID="{F4A6AE8A-C566-47B3-B326-F035583CA44A}" presName="iconRect" presStyleLbl="node1" presStyleIdx="0" presStyleCnt="3" custLinFactNeighborX="89502" custLinFactNeighborY="-993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FDDF850-79AC-40BA-843C-60F146E42E16}" type="pres">
      <dgm:prSet presAssocID="{F4A6AE8A-C566-47B3-B326-F035583CA44A}" presName="iconSpace" presStyleCnt="0"/>
      <dgm:spPr/>
    </dgm:pt>
    <dgm:pt modelId="{88099D12-061F-4B0D-BF2D-D4F9E384B4D3}" type="pres">
      <dgm:prSet presAssocID="{F4A6AE8A-C566-47B3-B326-F035583CA44A}" presName="parTx" presStyleLbl="revTx" presStyleIdx="0" presStyleCnt="6">
        <dgm:presLayoutVars>
          <dgm:chMax val="0"/>
          <dgm:chPref val="0"/>
        </dgm:presLayoutVars>
      </dgm:prSet>
      <dgm:spPr/>
    </dgm:pt>
    <dgm:pt modelId="{5343773B-AE6B-44AA-A580-E543E40C7812}" type="pres">
      <dgm:prSet presAssocID="{F4A6AE8A-C566-47B3-B326-F035583CA44A}" presName="txSpace" presStyleCnt="0"/>
      <dgm:spPr/>
    </dgm:pt>
    <dgm:pt modelId="{CE8BEECB-0629-4226-99D4-0F83A2FE3F5F}" type="pres">
      <dgm:prSet presAssocID="{F4A6AE8A-C566-47B3-B326-F035583CA44A}" presName="desTx" presStyleLbl="revTx" presStyleIdx="1" presStyleCnt="6">
        <dgm:presLayoutVars/>
      </dgm:prSet>
      <dgm:spPr/>
    </dgm:pt>
    <dgm:pt modelId="{1C8A3E3A-544C-4BAB-B051-A3AFEA61B0B5}" type="pres">
      <dgm:prSet presAssocID="{D386F7F7-672A-4284-A627-2F22EA774B9A}" presName="sibTrans" presStyleCnt="0"/>
      <dgm:spPr/>
    </dgm:pt>
    <dgm:pt modelId="{C9155C47-BCBF-4E0B-B0FC-A007830B0E31}" type="pres">
      <dgm:prSet presAssocID="{C7F72DB7-CCEA-432E-9412-5ED7EE9EFDD5}" presName="compNode" presStyleCnt="0"/>
      <dgm:spPr/>
    </dgm:pt>
    <dgm:pt modelId="{91430471-D301-4C87-B980-49A647920A57}" type="pres">
      <dgm:prSet presAssocID="{C7F72DB7-CCEA-432E-9412-5ED7EE9EFDD5}" presName="iconRect" presStyleLbl="node1" presStyleIdx="1" presStyleCnt="3" custLinFactNeighborX="91808" custLinFactNeighborY="-187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92F6C7B8-8B83-476D-A50E-C72D41A42913}" type="pres">
      <dgm:prSet presAssocID="{C7F72DB7-CCEA-432E-9412-5ED7EE9EFDD5}" presName="iconSpace" presStyleCnt="0"/>
      <dgm:spPr/>
    </dgm:pt>
    <dgm:pt modelId="{8B96B1D1-60FC-4A67-B433-FA664110C4C9}" type="pres">
      <dgm:prSet presAssocID="{C7F72DB7-CCEA-432E-9412-5ED7EE9EFDD5}" presName="parTx" presStyleLbl="revTx" presStyleIdx="2" presStyleCnt="6">
        <dgm:presLayoutVars>
          <dgm:chMax val="0"/>
          <dgm:chPref val="0"/>
        </dgm:presLayoutVars>
      </dgm:prSet>
      <dgm:spPr/>
    </dgm:pt>
    <dgm:pt modelId="{705C26E5-4262-4102-9F40-776809D29A62}" type="pres">
      <dgm:prSet presAssocID="{C7F72DB7-CCEA-432E-9412-5ED7EE9EFDD5}" presName="txSpace" presStyleCnt="0"/>
      <dgm:spPr/>
    </dgm:pt>
    <dgm:pt modelId="{88F1E7D4-76A8-4BAF-AED3-D7B209D29310}" type="pres">
      <dgm:prSet presAssocID="{C7F72DB7-CCEA-432E-9412-5ED7EE9EFDD5}" presName="desTx" presStyleLbl="revTx" presStyleIdx="3" presStyleCnt="6">
        <dgm:presLayoutVars/>
      </dgm:prSet>
      <dgm:spPr/>
    </dgm:pt>
    <dgm:pt modelId="{52E7A702-446E-4F08-8531-CC6FA54D67C7}" type="pres">
      <dgm:prSet presAssocID="{1C38A9BE-5203-4CCA-96E9-F18ACE17D17C}" presName="sibTrans" presStyleCnt="0"/>
      <dgm:spPr/>
    </dgm:pt>
    <dgm:pt modelId="{4784D6E0-4D9C-410F-882F-EAC93C5C14F9}" type="pres">
      <dgm:prSet presAssocID="{B7511225-C54C-4B9B-88B9-49121540967F}" presName="compNode" presStyleCnt="0"/>
      <dgm:spPr/>
    </dgm:pt>
    <dgm:pt modelId="{B6EB9CAE-F19A-411A-BDD7-2F3F6EE3C7E4}" type="pres">
      <dgm:prSet presAssocID="{B7511225-C54C-4B9B-88B9-49121540967F}" presName="iconRect" presStyleLbl="node1" presStyleIdx="2" presStyleCnt="3" custLinFactX="12191" custLinFactNeighborX="100000" custLinFactNeighborY="-492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D64CB64-CDB1-4F8E-ACCF-95467E94CF5D}" type="pres">
      <dgm:prSet presAssocID="{B7511225-C54C-4B9B-88B9-49121540967F}" presName="iconSpace" presStyleCnt="0"/>
      <dgm:spPr/>
    </dgm:pt>
    <dgm:pt modelId="{82D41EB5-02E5-461B-80AF-1EF557BC5BE2}" type="pres">
      <dgm:prSet presAssocID="{B7511225-C54C-4B9B-88B9-49121540967F}" presName="parTx" presStyleLbl="revTx" presStyleIdx="4" presStyleCnt="6">
        <dgm:presLayoutVars>
          <dgm:chMax val="0"/>
          <dgm:chPref val="0"/>
        </dgm:presLayoutVars>
      </dgm:prSet>
      <dgm:spPr/>
    </dgm:pt>
    <dgm:pt modelId="{9DC25FA4-A54F-4C69-8D6B-B44E31C4586E}" type="pres">
      <dgm:prSet presAssocID="{B7511225-C54C-4B9B-88B9-49121540967F}" presName="txSpace" presStyleCnt="0"/>
      <dgm:spPr/>
    </dgm:pt>
    <dgm:pt modelId="{287EB63A-2EA3-423B-AFB0-0DB673E5987F}" type="pres">
      <dgm:prSet presAssocID="{B7511225-C54C-4B9B-88B9-49121540967F}" presName="desTx" presStyleLbl="revTx" presStyleIdx="5" presStyleCnt="6">
        <dgm:presLayoutVars/>
      </dgm:prSet>
      <dgm:spPr/>
    </dgm:pt>
  </dgm:ptLst>
  <dgm:cxnLst>
    <dgm:cxn modelId="{62603D1D-FE25-4502-92C1-7CC857FAC38D}" srcId="{FFC20A10-7DEF-4D0E-8C69-880803C8DB62}" destId="{C7F72DB7-CCEA-432E-9412-5ED7EE9EFDD5}" srcOrd="1" destOrd="0" parTransId="{43D47C9B-963F-4A6C-9FFC-6C3E3C010338}" sibTransId="{1C38A9BE-5203-4CCA-96E9-F18ACE17D17C}"/>
    <dgm:cxn modelId="{3F279326-F154-4797-B22E-1335645387FC}" srcId="{C7F72DB7-CCEA-432E-9412-5ED7EE9EFDD5}" destId="{B361442C-1C8B-46EA-BE4A-925E17151510}" srcOrd="0" destOrd="0" parTransId="{693ADE3F-9D89-4856-B337-79336C9FB5FC}" sibTransId="{50450817-F862-4106-A8E4-9EEA76A02B8C}"/>
    <dgm:cxn modelId="{2B10F93A-3623-4623-8EBE-17BB471B77D1}" srcId="{FFC20A10-7DEF-4D0E-8C69-880803C8DB62}" destId="{B7511225-C54C-4B9B-88B9-49121540967F}" srcOrd="2" destOrd="0" parTransId="{0F2E8CDC-1FB5-4CA7-87D5-B29D6D116BC4}" sibTransId="{67B0B2C2-AA43-4593-8245-BDFB58928BEF}"/>
    <dgm:cxn modelId="{1E60C03B-9E32-4FCE-AA80-4A22D1643164}" srcId="{FFC20A10-7DEF-4D0E-8C69-880803C8DB62}" destId="{F4A6AE8A-C566-47B3-B326-F035583CA44A}" srcOrd="0" destOrd="0" parTransId="{69318BE0-6E2B-453C-8AAB-DDABC3016295}" sibTransId="{D386F7F7-672A-4284-A627-2F22EA774B9A}"/>
    <dgm:cxn modelId="{909E9B68-A325-4FB3-9629-42784A367A70}" type="presOf" srcId="{9E36E699-6533-46DC-B323-40E16D3EF447}" destId="{CE8BEECB-0629-4226-99D4-0F83A2FE3F5F}" srcOrd="0" destOrd="1" presId="urn:microsoft.com/office/officeart/2018/2/layout/IconLabelDescriptionList"/>
    <dgm:cxn modelId="{298D6C50-DF3A-4E17-AA60-04F4DAB7D44D}" srcId="{F4A6AE8A-C566-47B3-B326-F035583CA44A}" destId="{66E13338-9DF9-4792-A255-2B63A77C662A}" srcOrd="2" destOrd="0" parTransId="{E97FE7FA-6AEE-4FB9-A263-28ECD5A1EA2E}" sibTransId="{5542C78B-411F-4DF4-8C7E-1562820438CD}"/>
    <dgm:cxn modelId="{0CF1C471-3C7D-4037-982A-8F31B91125BF}" type="presOf" srcId="{56C53353-5584-4E05-AF62-8F9E4129075B}" destId="{CE8BEECB-0629-4226-99D4-0F83A2FE3F5F}" srcOrd="0" destOrd="0" presId="urn:microsoft.com/office/officeart/2018/2/layout/IconLabelDescriptionList"/>
    <dgm:cxn modelId="{F8402D73-991D-4BE6-9E86-8052EF3DE520}" type="presOf" srcId="{B361442C-1C8B-46EA-BE4A-925E17151510}" destId="{88F1E7D4-76A8-4BAF-AED3-D7B209D29310}" srcOrd="0" destOrd="0" presId="urn:microsoft.com/office/officeart/2018/2/layout/IconLabelDescriptionList"/>
    <dgm:cxn modelId="{9E227757-7A87-4393-B63D-DCF9C9648EC8}" type="presOf" srcId="{B7511225-C54C-4B9B-88B9-49121540967F}" destId="{82D41EB5-02E5-461B-80AF-1EF557BC5BE2}" srcOrd="0" destOrd="0" presId="urn:microsoft.com/office/officeart/2018/2/layout/IconLabelDescriptionList"/>
    <dgm:cxn modelId="{62F1368B-43BB-4215-A7DA-1BC8C3635367}" type="presOf" srcId="{3E3C28F1-648E-445E-A326-1C6ABB49FE47}" destId="{88F1E7D4-76A8-4BAF-AED3-D7B209D29310}" srcOrd="0" destOrd="2" presId="urn:microsoft.com/office/officeart/2018/2/layout/IconLabelDescriptionList"/>
    <dgm:cxn modelId="{08DF4E9C-3546-455C-9A69-E5AA358D0A16}" srcId="{F4A6AE8A-C566-47B3-B326-F035583CA44A}" destId="{9E36E699-6533-46DC-B323-40E16D3EF447}" srcOrd="1" destOrd="0" parTransId="{202CC052-332B-45F7-8EE3-49259C10BDEE}" sibTransId="{5DE0283E-7EE6-4979-A8EF-9515A2A68246}"/>
    <dgm:cxn modelId="{68CC4DAB-52D4-4487-B67F-E5DC2E846DEC}" type="presOf" srcId="{66E13338-9DF9-4792-A255-2B63A77C662A}" destId="{CE8BEECB-0629-4226-99D4-0F83A2FE3F5F}" srcOrd="0" destOrd="2" presId="urn:microsoft.com/office/officeart/2018/2/layout/IconLabelDescriptionList"/>
    <dgm:cxn modelId="{231D5EC5-EDDC-400D-9311-9EA7A36DD372}" type="presOf" srcId="{FFC20A10-7DEF-4D0E-8C69-880803C8DB62}" destId="{EDAFD908-2E54-4D73-BA3D-A87B903CF2CA}" srcOrd="0" destOrd="0" presId="urn:microsoft.com/office/officeart/2018/2/layout/IconLabelDescriptionList"/>
    <dgm:cxn modelId="{871DE0C8-C497-46CE-A100-0ED582688D21}" type="presOf" srcId="{F4A6AE8A-C566-47B3-B326-F035583CA44A}" destId="{88099D12-061F-4B0D-BF2D-D4F9E384B4D3}" srcOrd="0" destOrd="0" presId="urn:microsoft.com/office/officeart/2018/2/layout/IconLabelDescriptionList"/>
    <dgm:cxn modelId="{8F1763D4-983B-43E8-B843-CB19373A5F06}" type="presOf" srcId="{A93C7B94-15E7-41EF-8917-886F26908D27}" destId="{88F1E7D4-76A8-4BAF-AED3-D7B209D29310}" srcOrd="0" destOrd="1" presId="urn:microsoft.com/office/officeart/2018/2/layout/IconLabelDescriptionList"/>
    <dgm:cxn modelId="{B60B4BD8-EA97-4044-9302-0E7CB4F13069}" srcId="{F4A6AE8A-C566-47B3-B326-F035583CA44A}" destId="{56C53353-5584-4E05-AF62-8F9E4129075B}" srcOrd="0" destOrd="0" parTransId="{B2FFC5A7-A38C-4E28-8722-5373518C1971}" sibTransId="{B8A8DA9F-5F85-4D51-8C4F-041AAA1DFE5C}"/>
    <dgm:cxn modelId="{1F1605DF-F84D-4C7C-8EA5-FEBAEE39D5B8}" srcId="{C7F72DB7-CCEA-432E-9412-5ED7EE9EFDD5}" destId="{3E3C28F1-648E-445E-A326-1C6ABB49FE47}" srcOrd="2" destOrd="0" parTransId="{B33C47E2-455E-4B8C-8B97-848E125F040D}" sibTransId="{064EC43A-26DA-433E-A522-7F34AE884127}"/>
    <dgm:cxn modelId="{07ECEEF6-0E4F-4158-A9FE-CF7F40540336}" type="presOf" srcId="{C7F72DB7-CCEA-432E-9412-5ED7EE9EFDD5}" destId="{8B96B1D1-60FC-4A67-B433-FA664110C4C9}" srcOrd="0" destOrd="0" presId="urn:microsoft.com/office/officeart/2018/2/layout/IconLabelDescriptionList"/>
    <dgm:cxn modelId="{82704FFF-31DA-4C67-BB90-32DA70894956}" srcId="{C7F72DB7-CCEA-432E-9412-5ED7EE9EFDD5}" destId="{A93C7B94-15E7-41EF-8917-886F26908D27}" srcOrd="1" destOrd="0" parTransId="{A65DD6DF-2863-42F9-B426-DEF1565A9B58}" sibTransId="{9B980AD5-C8F0-43FA-AA22-B134CA9ADECF}"/>
    <dgm:cxn modelId="{EF8F5C2C-C3A3-4549-BFD4-CA5F70CDC5C4}" type="presParOf" srcId="{EDAFD908-2E54-4D73-BA3D-A87B903CF2CA}" destId="{D8DEE5E2-E5FD-4291-BCB6-4C97887F941E}" srcOrd="0" destOrd="0" presId="urn:microsoft.com/office/officeart/2018/2/layout/IconLabelDescriptionList"/>
    <dgm:cxn modelId="{3F36D27D-0E1A-414D-8363-54135A4B2F18}" type="presParOf" srcId="{D8DEE5E2-E5FD-4291-BCB6-4C97887F941E}" destId="{B901AB8B-9985-47FA-B4E9-17C59F432781}" srcOrd="0" destOrd="0" presId="urn:microsoft.com/office/officeart/2018/2/layout/IconLabelDescriptionList"/>
    <dgm:cxn modelId="{8A68E2A0-6989-45AA-800A-88A1A959B0FB}" type="presParOf" srcId="{D8DEE5E2-E5FD-4291-BCB6-4C97887F941E}" destId="{FFDDF850-79AC-40BA-843C-60F146E42E16}" srcOrd="1" destOrd="0" presId="urn:microsoft.com/office/officeart/2018/2/layout/IconLabelDescriptionList"/>
    <dgm:cxn modelId="{0DF92D83-A13F-466A-9B46-7D356B04716A}" type="presParOf" srcId="{D8DEE5E2-E5FD-4291-BCB6-4C97887F941E}" destId="{88099D12-061F-4B0D-BF2D-D4F9E384B4D3}" srcOrd="2" destOrd="0" presId="urn:microsoft.com/office/officeart/2018/2/layout/IconLabelDescriptionList"/>
    <dgm:cxn modelId="{AF98EBC4-B7E9-4842-8E9A-DA2398CAA35E}" type="presParOf" srcId="{D8DEE5E2-E5FD-4291-BCB6-4C97887F941E}" destId="{5343773B-AE6B-44AA-A580-E543E40C7812}" srcOrd="3" destOrd="0" presId="urn:microsoft.com/office/officeart/2018/2/layout/IconLabelDescriptionList"/>
    <dgm:cxn modelId="{C0D4A5FF-CBAB-4481-903D-155EFA6A8D8A}" type="presParOf" srcId="{D8DEE5E2-E5FD-4291-BCB6-4C97887F941E}" destId="{CE8BEECB-0629-4226-99D4-0F83A2FE3F5F}" srcOrd="4" destOrd="0" presId="urn:microsoft.com/office/officeart/2018/2/layout/IconLabelDescriptionList"/>
    <dgm:cxn modelId="{FE0CDACC-33F5-4FD5-A34D-96E5A3D2FE5A}" type="presParOf" srcId="{EDAFD908-2E54-4D73-BA3D-A87B903CF2CA}" destId="{1C8A3E3A-544C-4BAB-B051-A3AFEA61B0B5}" srcOrd="1" destOrd="0" presId="urn:microsoft.com/office/officeart/2018/2/layout/IconLabelDescriptionList"/>
    <dgm:cxn modelId="{E386C32E-E153-4883-982F-0893B94247F3}" type="presParOf" srcId="{EDAFD908-2E54-4D73-BA3D-A87B903CF2CA}" destId="{C9155C47-BCBF-4E0B-B0FC-A007830B0E31}" srcOrd="2" destOrd="0" presId="urn:microsoft.com/office/officeart/2018/2/layout/IconLabelDescriptionList"/>
    <dgm:cxn modelId="{41150F08-7AD0-4571-9607-1A7105065607}" type="presParOf" srcId="{C9155C47-BCBF-4E0B-B0FC-A007830B0E31}" destId="{91430471-D301-4C87-B980-49A647920A57}" srcOrd="0" destOrd="0" presId="urn:microsoft.com/office/officeart/2018/2/layout/IconLabelDescriptionList"/>
    <dgm:cxn modelId="{0E0689C0-F2F5-42AA-827E-49B395976333}" type="presParOf" srcId="{C9155C47-BCBF-4E0B-B0FC-A007830B0E31}" destId="{92F6C7B8-8B83-476D-A50E-C72D41A42913}" srcOrd="1" destOrd="0" presId="urn:microsoft.com/office/officeart/2018/2/layout/IconLabelDescriptionList"/>
    <dgm:cxn modelId="{D8729A6E-16E2-4B86-A546-90C2D095E7C3}" type="presParOf" srcId="{C9155C47-BCBF-4E0B-B0FC-A007830B0E31}" destId="{8B96B1D1-60FC-4A67-B433-FA664110C4C9}" srcOrd="2" destOrd="0" presId="urn:microsoft.com/office/officeart/2018/2/layout/IconLabelDescriptionList"/>
    <dgm:cxn modelId="{AC4991A0-25D5-42EA-B425-517D889252B1}" type="presParOf" srcId="{C9155C47-BCBF-4E0B-B0FC-A007830B0E31}" destId="{705C26E5-4262-4102-9F40-776809D29A62}" srcOrd="3" destOrd="0" presId="urn:microsoft.com/office/officeart/2018/2/layout/IconLabelDescriptionList"/>
    <dgm:cxn modelId="{42DDF22E-950B-4220-8466-0C490BEABC1F}" type="presParOf" srcId="{C9155C47-BCBF-4E0B-B0FC-A007830B0E31}" destId="{88F1E7D4-76A8-4BAF-AED3-D7B209D29310}" srcOrd="4" destOrd="0" presId="urn:microsoft.com/office/officeart/2018/2/layout/IconLabelDescriptionList"/>
    <dgm:cxn modelId="{8A6FA53B-6CD2-40D4-B72F-605E1D134F07}" type="presParOf" srcId="{EDAFD908-2E54-4D73-BA3D-A87B903CF2CA}" destId="{52E7A702-446E-4F08-8531-CC6FA54D67C7}" srcOrd="3" destOrd="0" presId="urn:microsoft.com/office/officeart/2018/2/layout/IconLabelDescriptionList"/>
    <dgm:cxn modelId="{44170842-5196-4B95-AFF5-B801A6B4924C}" type="presParOf" srcId="{EDAFD908-2E54-4D73-BA3D-A87B903CF2CA}" destId="{4784D6E0-4D9C-410F-882F-EAC93C5C14F9}" srcOrd="4" destOrd="0" presId="urn:microsoft.com/office/officeart/2018/2/layout/IconLabelDescriptionList"/>
    <dgm:cxn modelId="{407CCA14-9325-4F3E-B968-A56753DF3BCA}" type="presParOf" srcId="{4784D6E0-4D9C-410F-882F-EAC93C5C14F9}" destId="{B6EB9CAE-F19A-411A-BDD7-2F3F6EE3C7E4}" srcOrd="0" destOrd="0" presId="urn:microsoft.com/office/officeart/2018/2/layout/IconLabelDescriptionList"/>
    <dgm:cxn modelId="{3C7BD7AE-AF86-4B66-90C0-5A009E76BFC3}" type="presParOf" srcId="{4784D6E0-4D9C-410F-882F-EAC93C5C14F9}" destId="{4D64CB64-CDB1-4F8E-ACCF-95467E94CF5D}" srcOrd="1" destOrd="0" presId="urn:microsoft.com/office/officeart/2018/2/layout/IconLabelDescriptionList"/>
    <dgm:cxn modelId="{DEAEB687-D2A9-4037-A3E0-59B09C4346E6}" type="presParOf" srcId="{4784D6E0-4D9C-410F-882F-EAC93C5C14F9}" destId="{82D41EB5-02E5-461B-80AF-1EF557BC5BE2}" srcOrd="2" destOrd="0" presId="urn:microsoft.com/office/officeart/2018/2/layout/IconLabelDescriptionList"/>
    <dgm:cxn modelId="{53C6F778-EA53-4F91-9A5E-28E4CCA401B2}" type="presParOf" srcId="{4784D6E0-4D9C-410F-882F-EAC93C5C14F9}" destId="{9DC25FA4-A54F-4C69-8D6B-B44E31C4586E}" srcOrd="3" destOrd="0" presId="urn:microsoft.com/office/officeart/2018/2/layout/IconLabelDescriptionList"/>
    <dgm:cxn modelId="{DADC7B4A-AADF-4ACB-9721-1828AADE3CF4}" type="presParOf" srcId="{4784D6E0-4D9C-410F-882F-EAC93C5C14F9}" destId="{287EB63A-2EA3-423B-AFB0-0DB673E5987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5D349-D508-4EC0-87DD-FC202118AEE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2CB8FEB-0638-4897-9AD4-7D4E9A39BBFE}">
      <dgm:prSet custT="1"/>
      <dgm:spPr/>
      <dgm:t>
        <a:bodyPr/>
        <a:lstStyle/>
        <a:p>
          <a:pPr>
            <a:defRPr b="1"/>
          </a:pPr>
          <a:r>
            <a:rPr lang="en-US" sz="2000" dirty="0"/>
            <a:t>IT: Deploy Defender via Intune</a:t>
          </a:r>
        </a:p>
      </dgm:t>
    </dgm:pt>
    <dgm:pt modelId="{E4930730-1785-42A5-816B-D885CECBB4E9}" type="parTrans" cxnId="{876480CE-2061-4576-8C41-E69EFAA2254B}">
      <dgm:prSet/>
      <dgm:spPr/>
      <dgm:t>
        <a:bodyPr/>
        <a:lstStyle/>
        <a:p>
          <a:endParaRPr lang="en-US"/>
        </a:p>
      </dgm:t>
    </dgm:pt>
    <dgm:pt modelId="{E49F363D-B149-4CAD-91CE-1F4AD27FB678}" type="sibTrans" cxnId="{876480CE-2061-4576-8C41-E69EFAA2254B}">
      <dgm:prSet/>
      <dgm:spPr/>
      <dgm:t>
        <a:bodyPr/>
        <a:lstStyle/>
        <a:p>
          <a:endParaRPr lang="en-US"/>
        </a:p>
      </dgm:t>
    </dgm:pt>
    <dgm:pt modelId="{1FCF7A3B-D34F-4F70-AA1C-D50F16D2638C}">
      <dgm:prSet custT="1"/>
      <dgm:spPr/>
      <dgm:t>
        <a:bodyPr/>
        <a:lstStyle/>
        <a:p>
          <a:pPr>
            <a:defRPr b="1"/>
          </a:pPr>
          <a:r>
            <a:rPr lang="en-US" sz="2000"/>
            <a:t>OT: Follow Defender for IoT Deployment Guide:</a:t>
          </a:r>
        </a:p>
      </dgm:t>
    </dgm:pt>
    <dgm:pt modelId="{170EF555-FBB4-4049-95EF-1D179C1FDA98}" type="parTrans" cxnId="{6A015509-4B3B-4F09-A2B0-827AD2D3E58B}">
      <dgm:prSet/>
      <dgm:spPr/>
      <dgm:t>
        <a:bodyPr/>
        <a:lstStyle/>
        <a:p>
          <a:endParaRPr lang="en-US"/>
        </a:p>
      </dgm:t>
    </dgm:pt>
    <dgm:pt modelId="{3EF5DCE1-CEF0-4519-9B71-F872511B1AEA}" type="sibTrans" cxnId="{6A015509-4B3B-4F09-A2B0-827AD2D3E58B}">
      <dgm:prSet/>
      <dgm:spPr/>
      <dgm:t>
        <a:bodyPr/>
        <a:lstStyle/>
        <a:p>
          <a:endParaRPr lang="en-US"/>
        </a:p>
      </dgm:t>
    </dgm:pt>
    <dgm:pt modelId="{22145C3B-EF13-4525-9644-CB3F4AEE5C59}">
      <dgm:prSet custT="1"/>
      <dgm:spPr/>
      <dgm:t>
        <a:bodyPr/>
        <a:lstStyle/>
        <a:p>
          <a:r>
            <a:rPr lang="en-US" sz="1600"/>
            <a:t>Install management console</a:t>
          </a:r>
        </a:p>
      </dgm:t>
    </dgm:pt>
    <dgm:pt modelId="{20CCFE66-1F4B-4DB2-B2F6-E9A447EEADC5}" type="parTrans" cxnId="{5F87F842-F0C1-4CE1-9D4C-FEC7D40CF21E}">
      <dgm:prSet/>
      <dgm:spPr/>
      <dgm:t>
        <a:bodyPr/>
        <a:lstStyle/>
        <a:p>
          <a:endParaRPr lang="en-US"/>
        </a:p>
      </dgm:t>
    </dgm:pt>
    <dgm:pt modelId="{C5F60D10-D42D-4616-8EB3-D40B086A11F7}" type="sibTrans" cxnId="{5F87F842-F0C1-4CE1-9D4C-FEC7D40CF21E}">
      <dgm:prSet/>
      <dgm:spPr/>
      <dgm:t>
        <a:bodyPr/>
        <a:lstStyle/>
        <a:p>
          <a:endParaRPr lang="en-US"/>
        </a:p>
      </dgm:t>
    </dgm:pt>
    <dgm:pt modelId="{E44E8D72-5E43-4D8D-88C7-4619099C684C}">
      <dgm:prSet custT="1"/>
      <dgm:spPr/>
      <dgm:t>
        <a:bodyPr/>
        <a:lstStyle/>
        <a:p>
          <a:r>
            <a:rPr lang="en-US" sz="1600" dirty="0"/>
            <a:t>Connect SPAN/TAP</a:t>
          </a:r>
        </a:p>
      </dgm:t>
    </dgm:pt>
    <dgm:pt modelId="{6253F61E-1CDA-4092-AA77-48D4611355A6}" type="parTrans" cxnId="{FB5F1C8B-1F6F-49A4-B6D5-C71FF1E1D381}">
      <dgm:prSet/>
      <dgm:spPr/>
      <dgm:t>
        <a:bodyPr/>
        <a:lstStyle/>
        <a:p>
          <a:endParaRPr lang="en-US"/>
        </a:p>
      </dgm:t>
    </dgm:pt>
    <dgm:pt modelId="{DA0E0D77-7A50-432D-96AB-AB0D5936A743}" type="sibTrans" cxnId="{FB5F1C8B-1F6F-49A4-B6D5-C71FF1E1D381}">
      <dgm:prSet/>
      <dgm:spPr/>
      <dgm:t>
        <a:bodyPr/>
        <a:lstStyle/>
        <a:p>
          <a:endParaRPr lang="en-US"/>
        </a:p>
      </dgm:t>
    </dgm:pt>
    <dgm:pt modelId="{A5883130-4D8E-4ABB-99B1-86996F287137}">
      <dgm:prSet custT="1"/>
      <dgm:spPr/>
      <dgm:t>
        <a:bodyPr/>
        <a:lstStyle/>
        <a:p>
          <a:r>
            <a:rPr lang="en-US" sz="1600"/>
            <a:t>Baseline and discover</a:t>
          </a:r>
        </a:p>
      </dgm:t>
    </dgm:pt>
    <dgm:pt modelId="{22FBB178-4C5E-46B8-884B-1F5EF41A454F}" type="parTrans" cxnId="{2F63CC3E-3AA5-473B-94B4-F8DECB74CA03}">
      <dgm:prSet/>
      <dgm:spPr/>
      <dgm:t>
        <a:bodyPr/>
        <a:lstStyle/>
        <a:p>
          <a:endParaRPr lang="en-US"/>
        </a:p>
      </dgm:t>
    </dgm:pt>
    <dgm:pt modelId="{E55C26B7-3989-4E4C-9BF6-BD6AE090DFAA}" type="sibTrans" cxnId="{2F63CC3E-3AA5-473B-94B4-F8DECB74CA03}">
      <dgm:prSet/>
      <dgm:spPr/>
      <dgm:t>
        <a:bodyPr/>
        <a:lstStyle/>
        <a:p>
          <a:endParaRPr lang="en-US"/>
        </a:p>
      </dgm:t>
    </dgm:pt>
    <dgm:pt modelId="{4144F3E4-0C2C-4853-9582-0F648F9B8541}">
      <dgm:prSet custT="1"/>
      <dgm:spPr/>
      <dgm:t>
        <a:bodyPr/>
        <a:lstStyle/>
        <a:p>
          <a:r>
            <a:rPr lang="en-US" sz="1600"/>
            <a:t>Tune alerts</a:t>
          </a:r>
        </a:p>
      </dgm:t>
    </dgm:pt>
    <dgm:pt modelId="{F827E77D-1C77-47CC-BD4C-F3F55B3AC74A}" type="parTrans" cxnId="{2313B3D1-67AF-4ECF-B113-7BB2242958B8}">
      <dgm:prSet/>
      <dgm:spPr/>
      <dgm:t>
        <a:bodyPr/>
        <a:lstStyle/>
        <a:p>
          <a:endParaRPr lang="en-US"/>
        </a:p>
      </dgm:t>
    </dgm:pt>
    <dgm:pt modelId="{33DABA38-FAB3-4C20-B8C4-5FECFDEF12F7}" type="sibTrans" cxnId="{2313B3D1-67AF-4ECF-B113-7BB2242958B8}">
      <dgm:prSet/>
      <dgm:spPr/>
      <dgm:t>
        <a:bodyPr/>
        <a:lstStyle/>
        <a:p>
          <a:endParaRPr lang="en-US"/>
        </a:p>
      </dgm:t>
    </dgm:pt>
    <dgm:pt modelId="{BABE029F-F438-41C8-B877-CC9F9C553C3F}">
      <dgm:prSet custT="1"/>
      <dgm:spPr/>
      <dgm:t>
        <a:bodyPr/>
        <a:lstStyle/>
        <a:p>
          <a:pPr>
            <a:defRPr b="1"/>
          </a:pPr>
          <a:r>
            <a:rPr lang="en-US" sz="2000" dirty="0"/>
            <a:t>Aligns with CISSP Chapter 8 testing &amp; validation</a:t>
          </a:r>
        </a:p>
      </dgm:t>
    </dgm:pt>
    <dgm:pt modelId="{B8E43AF2-045B-429D-A15F-828AA05DB91F}" type="parTrans" cxnId="{578EAAD4-B3CF-4A5C-A62B-92E330394F77}">
      <dgm:prSet/>
      <dgm:spPr/>
      <dgm:t>
        <a:bodyPr/>
        <a:lstStyle/>
        <a:p>
          <a:endParaRPr lang="en-US"/>
        </a:p>
      </dgm:t>
    </dgm:pt>
    <dgm:pt modelId="{32BF9726-53FE-409E-BAD2-4A697317F1DF}" type="sibTrans" cxnId="{578EAAD4-B3CF-4A5C-A62B-92E330394F77}">
      <dgm:prSet/>
      <dgm:spPr/>
      <dgm:t>
        <a:bodyPr/>
        <a:lstStyle/>
        <a:p>
          <a:endParaRPr lang="en-US"/>
        </a:p>
      </dgm:t>
    </dgm:pt>
    <dgm:pt modelId="{1D19D5BA-1460-485F-99A6-1EBA05EF5640}" type="pres">
      <dgm:prSet presAssocID="{40F5D349-D508-4EC0-87DD-FC202118AEEA}" presName="root" presStyleCnt="0">
        <dgm:presLayoutVars>
          <dgm:dir/>
          <dgm:resizeHandles val="exact"/>
        </dgm:presLayoutVars>
      </dgm:prSet>
      <dgm:spPr/>
    </dgm:pt>
    <dgm:pt modelId="{3AA6D985-8633-433F-9183-B0CA02C11A78}" type="pres">
      <dgm:prSet presAssocID="{D2CB8FEB-0638-4897-9AD4-7D4E9A39BBFE}" presName="compNode" presStyleCnt="0"/>
      <dgm:spPr/>
    </dgm:pt>
    <dgm:pt modelId="{0F349E8A-394A-4D1D-B113-2E0F25018201}" type="pres">
      <dgm:prSet presAssocID="{D2CB8FEB-0638-4897-9AD4-7D4E9A39BB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26EC2E1-31B6-4BAB-BC55-FD468DA16E2D}" type="pres">
      <dgm:prSet presAssocID="{D2CB8FEB-0638-4897-9AD4-7D4E9A39BBFE}" presName="iconSpace" presStyleCnt="0"/>
      <dgm:spPr/>
    </dgm:pt>
    <dgm:pt modelId="{9DC7C276-5D96-4C98-A7DF-6A8C5F0079EC}" type="pres">
      <dgm:prSet presAssocID="{D2CB8FEB-0638-4897-9AD4-7D4E9A39BBFE}" presName="parTx" presStyleLbl="revTx" presStyleIdx="0" presStyleCnt="6">
        <dgm:presLayoutVars>
          <dgm:chMax val="0"/>
          <dgm:chPref val="0"/>
        </dgm:presLayoutVars>
      </dgm:prSet>
      <dgm:spPr/>
    </dgm:pt>
    <dgm:pt modelId="{A853D034-333C-4642-AA5C-965C26D130B6}" type="pres">
      <dgm:prSet presAssocID="{D2CB8FEB-0638-4897-9AD4-7D4E9A39BBFE}" presName="txSpace" presStyleCnt="0"/>
      <dgm:spPr/>
    </dgm:pt>
    <dgm:pt modelId="{2A198FB0-22CA-410D-BC0E-93853D0D4B4B}" type="pres">
      <dgm:prSet presAssocID="{D2CB8FEB-0638-4897-9AD4-7D4E9A39BBFE}" presName="desTx" presStyleLbl="revTx" presStyleIdx="1" presStyleCnt="6">
        <dgm:presLayoutVars/>
      </dgm:prSet>
      <dgm:spPr/>
    </dgm:pt>
    <dgm:pt modelId="{801C1F3F-66F8-4474-A1A7-0C67D9725576}" type="pres">
      <dgm:prSet presAssocID="{E49F363D-B149-4CAD-91CE-1F4AD27FB678}" presName="sibTrans" presStyleCnt="0"/>
      <dgm:spPr/>
    </dgm:pt>
    <dgm:pt modelId="{717379E4-77CE-45D1-AF26-E842F01E47C3}" type="pres">
      <dgm:prSet presAssocID="{1FCF7A3B-D34F-4F70-AA1C-D50F16D2638C}" presName="compNode" presStyleCnt="0"/>
      <dgm:spPr/>
    </dgm:pt>
    <dgm:pt modelId="{908EB8D5-3E68-4315-86E6-B70E104DDE1B}" type="pres">
      <dgm:prSet presAssocID="{1FCF7A3B-D34F-4F70-AA1C-D50F16D263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430E68D-850B-48C3-9681-F343AE0F516F}" type="pres">
      <dgm:prSet presAssocID="{1FCF7A3B-D34F-4F70-AA1C-D50F16D2638C}" presName="iconSpace" presStyleCnt="0"/>
      <dgm:spPr/>
    </dgm:pt>
    <dgm:pt modelId="{0B01A347-0901-4243-824F-C109FF969B6E}" type="pres">
      <dgm:prSet presAssocID="{1FCF7A3B-D34F-4F70-AA1C-D50F16D2638C}" presName="parTx" presStyleLbl="revTx" presStyleIdx="2" presStyleCnt="6">
        <dgm:presLayoutVars>
          <dgm:chMax val="0"/>
          <dgm:chPref val="0"/>
        </dgm:presLayoutVars>
      </dgm:prSet>
      <dgm:spPr/>
    </dgm:pt>
    <dgm:pt modelId="{7EA88A59-8BB9-4F61-AF59-94BE3C37F073}" type="pres">
      <dgm:prSet presAssocID="{1FCF7A3B-D34F-4F70-AA1C-D50F16D2638C}" presName="txSpace" presStyleCnt="0"/>
      <dgm:spPr/>
    </dgm:pt>
    <dgm:pt modelId="{8868CDE6-A50F-4306-BFB4-16676F290326}" type="pres">
      <dgm:prSet presAssocID="{1FCF7A3B-D34F-4F70-AA1C-D50F16D2638C}" presName="desTx" presStyleLbl="revTx" presStyleIdx="3" presStyleCnt="6">
        <dgm:presLayoutVars/>
      </dgm:prSet>
      <dgm:spPr/>
    </dgm:pt>
    <dgm:pt modelId="{112ACD08-4E37-482C-A6B6-D73FFCF770FD}" type="pres">
      <dgm:prSet presAssocID="{3EF5DCE1-CEF0-4519-9B71-F872511B1AEA}" presName="sibTrans" presStyleCnt="0"/>
      <dgm:spPr/>
    </dgm:pt>
    <dgm:pt modelId="{D03DF621-4831-43C6-88C7-B43064613219}" type="pres">
      <dgm:prSet presAssocID="{BABE029F-F438-41C8-B877-CC9F9C553C3F}" presName="compNode" presStyleCnt="0"/>
      <dgm:spPr/>
    </dgm:pt>
    <dgm:pt modelId="{6C77273C-0096-4FBB-A678-3FE13AB17FC7}" type="pres">
      <dgm:prSet presAssocID="{BABE029F-F438-41C8-B877-CC9F9C553C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E5298CD-4D5E-4927-BC7D-E9AF12D9F7D0}" type="pres">
      <dgm:prSet presAssocID="{BABE029F-F438-41C8-B877-CC9F9C553C3F}" presName="iconSpace" presStyleCnt="0"/>
      <dgm:spPr/>
    </dgm:pt>
    <dgm:pt modelId="{18DDA928-B8EB-4202-BA23-0EFAA9EF3AC0}" type="pres">
      <dgm:prSet presAssocID="{BABE029F-F438-41C8-B877-CC9F9C553C3F}" presName="parTx" presStyleLbl="revTx" presStyleIdx="4" presStyleCnt="6">
        <dgm:presLayoutVars>
          <dgm:chMax val="0"/>
          <dgm:chPref val="0"/>
        </dgm:presLayoutVars>
      </dgm:prSet>
      <dgm:spPr/>
    </dgm:pt>
    <dgm:pt modelId="{FE8FB7F0-3808-4A03-85C7-FA379C500EF8}" type="pres">
      <dgm:prSet presAssocID="{BABE029F-F438-41C8-B877-CC9F9C553C3F}" presName="txSpace" presStyleCnt="0"/>
      <dgm:spPr/>
    </dgm:pt>
    <dgm:pt modelId="{2B90A8AF-DEBD-42AC-B8E3-37ABECFCD9AF}" type="pres">
      <dgm:prSet presAssocID="{BABE029F-F438-41C8-B877-CC9F9C553C3F}" presName="desTx" presStyleLbl="revTx" presStyleIdx="5" presStyleCnt="6">
        <dgm:presLayoutVars/>
      </dgm:prSet>
      <dgm:spPr/>
    </dgm:pt>
  </dgm:ptLst>
  <dgm:cxnLst>
    <dgm:cxn modelId="{CD2E7B07-0E06-48E0-8397-2BBBC1FC2C8E}" type="presOf" srcId="{22145C3B-EF13-4525-9644-CB3F4AEE5C59}" destId="{8868CDE6-A50F-4306-BFB4-16676F290326}" srcOrd="0" destOrd="0" presId="urn:microsoft.com/office/officeart/2018/5/layout/CenteredIconLabelDescriptionList"/>
    <dgm:cxn modelId="{6A015509-4B3B-4F09-A2B0-827AD2D3E58B}" srcId="{40F5D349-D508-4EC0-87DD-FC202118AEEA}" destId="{1FCF7A3B-D34F-4F70-AA1C-D50F16D2638C}" srcOrd="1" destOrd="0" parTransId="{170EF555-FBB4-4049-95EF-1D179C1FDA98}" sibTransId="{3EF5DCE1-CEF0-4519-9B71-F872511B1AEA}"/>
    <dgm:cxn modelId="{F6EE5A0D-15E6-462D-97D3-4F7611C04321}" type="presOf" srcId="{1FCF7A3B-D34F-4F70-AA1C-D50F16D2638C}" destId="{0B01A347-0901-4243-824F-C109FF969B6E}" srcOrd="0" destOrd="0" presId="urn:microsoft.com/office/officeart/2018/5/layout/CenteredIconLabelDescriptionList"/>
    <dgm:cxn modelId="{2F63CC3E-3AA5-473B-94B4-F8DECB74CA03}" srcId="{1FCF7A3B-D34F-4F70-AA1C-D50F16D2638C}" destId="{A5883130-4D8E-4ABB-99B1-86996F287137}" srcOrd="2" destOrd="0" parTransId="{22FBB178-4C5E-46B8-884B-1F5EF41A454F}" sibTransId="{E55C26B7-3989-4E4C-9BF6-BD6AE090DFAA}"/>
    <dgm:cxn modelId="{5F87F842-F0C1-4CE1-9D4C-FEC7D40CF21E}" srcId="{1FCF7A3B-D34F-4F70-AA1C-D50F16D2638C}" destId="{22145C3B-EF13-4525-9644-CB3F4AEE5C59}" srcOrd="0" destOrd="0" parTransId="{20CCFE66-1F4B-4DB2-B2F6-E9A447EEADC5}" sibTransId="{C5F60D10-D42D-4616-8EB3-D40B086A11F7}"/>
    <dgm:cxn modelId="{CCDEE86D-9D43-4BF3-8FCD-DFE1A672EDB5}" type="presOf" srcId="{BABE029F-F438-41C8-B877-CC9F9C553C3F}" destId="{18DDA928-B8EB-4202-BA23-0EFAA9EF3AC0}" srcOrd="0" destOrd="0" presId="urn:microsoft.com/office/officeart/2018/5/layout/CenteredIconLabelDescriptionList"/>
    <dgm:cxn modelId="{DDB23471-19E5-43F2-9F7A-0044CB1B787C}" type="presOf" srcId="{A5883130-4D8E-4ABB-99B1-86996F287137}" destId="{8868CDE6-A50F-4306-BFB4-16676F290326}" srcOrd="0" destOrd="2" presId="urn:microsoft.com/office/officeart/2018/5/layout/CenteredIconLabelDescriptionList"/>
    <dgm:cxn modelId="{77A07C7A-0761-44CA-8BA7-C1AD6EB02571}" type="presOf" srcId="{40F5D349-D508-4EC0-87DD-FC202118AEEA}" destId="{1D19D5BA-1460-485F-99A6-1EBA05EF5640}" srcOrd="0" destOrd="0" presId="urn:microsoft.com/office/officeart/2018/5/layout/CenteredIconLabelDescriptionList"/>
    <dgm:cxn modelId="{FB5F1C8B-1F6F-49A4-B6D5-C71FF1E1D381}" srcId="{1FCF7A3B-D34F-4F70-AA1C-D50F16D2638C}" destId="{E44E8D72-5E43-4D8D-88C7-4619099C684C}" srcOrd="1" destOrd="0" parTransId="{6253F61E-1CDA-4092-AA77-48D4611355A6}" sibTransId="{DA0E0D77-7A50-432D-96AB-AB0D5936A743}"/>
    <dgm:cxn modelId="{B5A14BA8-DF41-4594-BE6F-C5634AC436FE}" type="presOf" srcId="{4144F3E4-0C2C-4853-9582-0F648F9B8541}" destId="{8868CDE6-A50F-4306-BFB4-16676F290326}" srcOrd="0" destOrd="3" presId="urn:microsoft.com/office/officeart/2018/5/layout/CenteredIconLabelDescriptionList"/>
    <dgm:cxn modelId="{16DC5CCE-0393-4174-90E3-B020270162E5}" type="presOf" srcId="{E44E8D72-5E43-4D8D-88C7-4619099C684C}" destId="{8868CDE6-A50F-4306-BFB4-16676F290326}" srcOrd="0" destOrd="1" presId="urn:microsoft.com/office/officeart/2018/5/layout/CenteredIconLabelDescriptionList"/>
    <dgm:cxn modelId="{876480CE-2061-4576-8C41-E69EFAA2254B}" srcId="{40F5D349-D508-4EC0-87DD-FC202118AEEA}" destId="{D2CB8FEB-0638-4897-9AD4-7D4E9A39BBFE}" srcOrd="0" destOrd="0" parTransId="{E4930730-1785-42A5-816B-D885CECBB4E9}" sibTransId="{E49F363D-B149-4CAD-91CE-1F4AD27FB678}"/>
    <dgm:cxn modelId="{2313B3D1-67AF-4ECF-B113-7BB2242958B8}" srcId="{1FCF7A3B-D34F-4F70-AA1C-D50F16D2638C}" destId="{4144F3E4-0C2C-4853-9582-0F648F9B8541}" srcOrd="3" destOrd="0" parTransId="{F827E77D-1C77-47CC-BD4C-F3F55B3AC74A}" sibTransId="{33DABA38-FAB3-4C20-B8C4-5FECFDEF12F7}"/>
    <dgm:cxn modelId="{578EAAD4-B3CF-4A5C-A62B-92E330394F77}" srcId="{40F5D349-D508-4EC0-87DD-FC202118AEEA}" destId="{BABE029F-F438-41C8-B877-CC9F9C553C3F}" srcOrd="2" destOrd="0" parTransId="{B8E43AF2-045B-429D-A15F-828AA05DB91F}" sibTransId="{32BF9726-53FE-409E-BAD2-4A697317F1DF}"/>
    <dgm:cxn modelId="{F36804FF-8A9C-450A-8C16-AFF79B8EAC96}" type="presOf" srcId="{D2CB8FEB-0638-4897-9AD4-7D4E9A39BBFE}" destId="{9DC7C276-5D96-4C98-A7DF-6A8C5F0079EC}" srcOrd="0" destOrd="0" presId="urn:microsoft.com/office/officeart/2018/5/layout/CenteredIconLabelDescriptionList"/>
    <dgm:cxn modelId="{8EF7FC8C-3E1B-4B84-8068-B70D1CF999F4}" type="presParOf" srcId="{1D19D5BA-1460-485F-99A6-1EBA05EF5640}" destId="{3AA6D985-8633-433F-9183-B0CA02C11A78}" srcOrd="0" destOrd="0" presId="urn:microsoft.com/office/officeart/2018/5/layout/CenteredIconLabelDescriptionList"/>
    <dgm:cxn modelId="{7065B917-1A76-44A0-90F4-6556F4C07BCD}" type="presParOf" srcId="{3AA6D985-8633-433F-9183-B0CA02C11A78}" destId="{0F349E8A-394A-4D1D-B113-2E0F25018201}" srcOrd="0" destOrd="0" presId="urn:microsoft.com/office/officeart/2018/5/layout/CenteredIconLabelDescriptionList"/>
    <dgm:cxn modelId="{46343A66-85CD-47B2-B3E6-1FABC6FA5DBE}" type="presParOf" srcId="{3AA6D985-8633-433F-9183-B0CA02C11A78}" destId="{B26EC2E1-31B6-4BAB-BC55-FD468DA16E2D}" srcOrd="1" destOrd="0" presId="urn:microsoft.com/office/officeart/2018/5/layout/CenteredIconLabelDescriptionList"/>
    <dgm:cxn modelId="{BB528380-7AB5-49B7-AED0-1250D54A884C}" type="presParOf" srcId="{3AA6D985-8633-433F-9183-B0CA02C11A78}" destId="{9DC7C276-5D96-4C98-A7DF-6A8C5F0079EC}" srcOrd="2" destOrd="0" presId="urn:microsoft.com/office/officeart/2018/5/layout/CenteredIconLabelDescriptionList"/>
    <dgm:cxn modelId="{BE4D61AD-F76C-405F-BA34-CD016E0359AE}" type="presParOf" srcId="{3AA6D985-8633-433F-9183-B0CA02C11A78}" destId="{A853D034-333C-4642-AA5C-965C26D130B6}" srcOrd="3" destOrd="0" presId="urn:microsoft.com/office/officeart/2018/5/layout/CenteredIconLabelDescriptionList"/>
    <dgm:cxn modelId="{077D2C5F-6425-4078-8E35-4A806EEDE7ED}" type="presParOf" srcId="{3AA6D985-8633-433F-9183-B0CA02C11A78}" destId="{2A198FB0-22CA-410D-BC0E-93853D0D4B4B}" srcOrd="4" destOrd="0" presId="urn:microsoft.com/office/officeart/2018/5/layout/CenteredIconLabelDescriptionList"/>
    <dgm:cxn modelId="{1CECE872-DDB6-4169-9A73-9D1BE840F970}" type="presParOf" srcId="{1D19D5BA-1460-485F-99A6-1EBA05EF5640}" destId="{801C1F3F-66F8-4474-A1A7-0C67D9725576}" srcOrd="1" destOrd="0" presId="urn:microsoft.com/office/officeart/2018/5/layout/CenteredIconLabelDescriptionList"/>
    <dgm:cxn modelId="{89F57711-797E-4F00-AAAE-C3D77FF88DE5}" type="presParOf" srcId="{1D19D5BA-1460-485F-99A6-1EBA05EF5640}" destId="{717379E4-77CE-45D1-AF26-E842F01E47C3}" srcOrd="2" destOrd="0" presId="urn:microsoft.com/office/officeart/2018/5/layout/CenteredIconLabelDescriptionList"/>
    <dgm:cxn modelId="{B4FB6844-C106-41FA-80FB-51CFA9283334}" type="presParOf" srcId="{717379E4-77CE-45D1-AF26-E842F01E47C3}" destId="{908EB8D5-3E68-4315-86E6-B70E104DDE1B}" srcOrd="0" destOrd="0" presId="urn:microsoft.com/office/officeart/2018/5/layout/CenteredIconLabelDescriptionList"/>
    <dgm:cxn modelId="{8E0F2054-4A3D-4465-BF37-3A74B5615F43}" type="presParOf" srcId="{717379E4-77CE-45D1-AF26-E842F01E47C3}" destId="{3430E68D-850B-48C3-9681-F343AE0F516F}" srcOrd="1" destOrd="0" presId="urn:microsoft.com/office/officeart/2018/5/layout/CenteredIconLabelDescriptionList"/>
    <dgm:cxn modelId="{31F902BA-FE74-4560-A499-1E3F3EDE942A}" type="presParOf" srcId="{717379E4-77CE-45D1-AF26-E842F01E47C3}" destId="{0B01A347-0901-4243-824F-C109FF969B6E}" srcOrd="2" destOrd="0" presId="urn:microsoft.com/office/officeart/2018/5/layout/CenteredIconLabelDescriptionList"/>
    <dgm:cxn modelId="{D1CC6BEB-B209-4520-98A1-4574E390F9C1}" type="presParOf" srcId="{717379E4-77CE-45D1-AF26-E842F01E47C3}" destId="{7EA88A59-8BB9-4F61-AF59-94BE3C37F073}" srcOrd="3" destOrd="0" presId="urn:microsoft.com/office/officeart/2018/5/layout/CenteredIconLabelDescriptionList"/>
    <dgm:cxn modelId="{770433FE-5A88-4995-A418-4D822D27C87E}" type="presParOf" srcId="{717379E4-77CE-45D1-AF26-E842F01E47C3}" destId="{8868CDE6-A50F-4306-BFB4-16676F290326}" srcOrd="4" destOrd="0" presId="urn:microsoft.com/office/officeart/2018/5/layout/CenteredIconLabelDescriptionList"/>
    <dgm:cxn modelId="{F0174F72-7331-4E2A-A003-509D6F976837}" type="presParOf" srcId="{1D19D5BA-1460-485F-99A6-1EBA05EF5640}" destId="{112ACD08-4E37-482C-A6B6-D73FFCF770FD}" srcOrd="3" destOrd="0" presId="urn:microsoft.com/office/officeart/2018/5/layout/CenteredIconLabelDescriptionList"/>
    <dgm:cxn modelId="{92A49EC1-317A-4F47-8940-969ED03A341D}" type="presParOf" srcId="{1D19D5BA-1460-485F-99A6-1EBA05EF5640}" destId="{D03DF621-4831-43C6-88C7-B43064613219}" srcOrd="4" destOrd="0" presId="urn:microsoft.com/office/officeart/2018/5/layout/CenteredIconLabelDescriptionList"/>
    <dgm:cxn modelId="{F21014CB-ACE1-447A-B54C-D69E96F92FAD}" type="presParOf" srcId="{D03DF621-4831-43C6-88C7-B43064613219}" destId="{6C77273C-0096-4FBB-A678-3FE13AB17FC7}" srcOrd="0" destOrd="0" presId="urn:microsoft.com/office/officeart/2018/5/layout/CenteredIconLabelDescriptionList"/>
    <dgm:cxn modelId="{E54930D5-B4CB-4554-B5EC-DF4F93D4631F}" type="presParOf" srcId="{D03DF621-4831-43C6-88C7-B43064613219}" destId="{3E5298CD-4D5E-4927-BC7D-E9AF12D9F7D0}" srcOrd="1" destOrd="0" presId="urn:microsoft.com/office/officeart/2018/5/layout/CenteredIconLabelDescriptionList"/>
    <dgm:cxn modelId="{B8485D0E-F657-4A6D-9950-3EFFCA20235D}" type="presParOf" srcId="{D03DF621-4831-43C6-88C7-B43064613219}" destId="{18DDA928-B8EB-4202-BA23-0EFAA9EF3AC0}" srcOrd="2" destOrd="0" presId="urn:microsoft.com/office/officeart/2018/5/layout/CenteredIconLabelDescriptionList"/>
    <dgm:cxn modelId="{A4D05A81-192D-482E-A0C3-1FC970BD3CD3}" type="presParOf" srcId="{D03DF621-4831-43C6-88C7-B43064613219}" destId="{FE8FB7F0-3808-4A03-85C7-FA379C500EF8}" srcOrd="3" destOrd="0" presId="urn:microsoft.com/office/officeart/2018/5/layout/CenteredIconLabelDescriptionList"/>
    <dgm:cxn modelId="{8955F3AA-D16B-4A6D-ABFE-2630160C7FC7}" type="presParOf" srcId="{D03DF621-4831-43C6-88C7-B43064613219}" destId="{2B90A8AF-DEBD-42AC-B8E3-37ABECFCD9A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51E17-95B7-456B-802D-315E3CE6111B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B3D47-FE34-42D0-BF4D-69F01F3546CF}">
      <dsp:nvSpPr>
        <dsp:cNvPr id="0" name=""/>
        <dsp:cNvSpPr/>
      </dsp:nvSpPr>
      <dsp:spPr>
        <a:xfrm>
          <a:off x="0" y="53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1: </a:t>
          </a:r>
          <a:r>
            <a:rPr lang="en-US" sz="2000" kern="1200" dirty="0"/>
            <a:t>No policy/governance → Defender provides risk scoring</a:t>
          </a:r>
        </a:p>
      </dsp:txBody>
      <dsp:txXfrm>
        <a:off x="0" y="531"/>
        <a:ext cx="10515600" cy="435027"/>
      </dsp:txXfrm>
    </dsp:sp>
    <dsp:sp modelId="{CF1176E5-2DE9-41AC-916B-A613EA32F977}">
      <dsp:nvSpPr>
        <dsp:cNvPr id="0" name=""/>
        <dsp:cNvSpPr/>
      </dsp:nvSpPr>
      <dsp:spPr>
        <a:xfrm>
          <a:off x="0" y="43555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9B1B-4753-4642-9F26-88281AC549E6}">
      <dsp:nvSpPr>
        <dsp:cNvPr id="0" name=""/>
        <dsp:cNvSpPr/>
      </dsp:nvSpPr>
      <dsp:spPr>
        <a:xfrm>
          <a:off x="0" y="435558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2: </a:t>
          </a:r>
          <a:r>
            <a:rPr lang="en-US" sz="2000" kern="1200" dirty="0"/>
            <a:t>Unmanaged PLC → Defender for IoT discovers assets</a:t>
          </a:r>
        </a:p>
      </dsp:txBody>
      <dsp:txXfrm>
        <a:off x="0" y="435558"/>
        <a:ext cx="10515600" cy="435027"/>
      </dsp:txXfrm>
    </dsp:sp>
    <dsp:sp modelId="{94295BBB-BC29-4724-BD0D-194DF59BFCA5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6EE87-8528-4C57-AC04-49C810517AAA}">
      <dsp:nvSpPr>
        <dsp:cNvPr id="0" name=""/>
        <dsp:cNvSpPr/>
      </dsp:nvSpPr>
      <dsp:spPr>
        <a:xfrm>
          <a:off x="0" y="87058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3: </a:t>
          </a:r>
          <a:r>
            <a:rPr lang="en-US" sz="2000" kern="1200" dirty="0"/>
            <a:t>No zoning or telemetry → Defender enforces architecture</a:t>
          </a:r>
        </a:p>
      </dsp:txBody>
      <dsp:txXfrm>
        <a:off x="0" y="870586"/>
        <a:ext cx="10515600" cy="435027"/>
      </dsp:txXfrm>
    </dsp:sp>
    <dsp:sp modelId="{8163A586-ECCA-41AC-A067-F278EAF1133C}">
      <dsp:nvSpPr>
        <dsp:cNvPr id="0" name=""/>
        <dsp:cNvSpPr/>
      </dsp:nvSpPr>
      <dsp:spPr>
        <a:xfrm>
          <a:off x="0" y="130561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9807D-870A-4D37-998C-5C470CDC1D6B}">
      <dsp:nvSpPr>
        <dsp:cNvPr id="0" name=""/>
        <dsp:cNvSpPr/>
      </dsp:nvSpPr>
      <dsp:spPr>
        <a:xfrm>
          <a:off x="0" y="1305613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4: </a:t>
          </a:r>
          <a:r>
            <a:rPr lang="en-US" sz="2000" kern="1200" dirty="0"/>
            <a:t>No response workflow → Defender enables automated response</a:t>
          </a:r>
        </a:p>
      </dsp:txBody>
      <dsp:txXfrm>
        <a:off x="0" y="1305613"/>
        <a:ext cx="10515600" cy="435027"/>
      </dsp:txXfrm>
    </dsp:sp>
    <dsp:sp modelId="{36ECC7EA-0C07-4516-86D0-4451B09052C4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9375D-4ECB-4C73-B4B0-E714558051AA}">
      <dsp:nvSpPr>
        <dsp:cNvPr id="0" name=""/>
        <dsp:cNvSpPr/>
      </dsp:nvSpPr>
      <dsp:spPr>
        <a:xfrm>
          <a:off x="0" y="174064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5: </a:t>
          </a:r>
          <a:r>
            <a:rPr lang="en-US" sz="2000" kern="1200" dirty="0"/>
            <a:t>Default credentials → Defender supports MFA/RBAC</a:t>
          </a:r>
        </a:p>
      </dsp:txBody>
      <dsp:txXfrm>
        <a:off x="0" y="1740641"/>
        <a:ext cx="10515600" cy="435027"/>
      </dsp:txXfrm>
    </dsp:sp>
    <dsp:sp modelId="{BEE60F74-6FA7-4D00-9DB4-9E4303BEDD15}">
      <dsp:nvSpPr>
        <dsp:cNvPr id="0" name=""/>
        <dsp:cNvSpPr/>
      </dsp:nvSpPr>
      <dsp:spPr>
        <a:xfrm>
          <a:off x="0" y="217566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4F291-FD82-49B8-B078-535BB05C709F}">
      <dsp:nvSpPr>
        <dsp:cNvPr id="0" name=""/>
        <dsp:cNvSpPr/>
      </dsp:nvSpPr>
      <dsp:spPr>
        <a:xfrm>
          <a:off x="0" y="217566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8: </a:t>
          </a:r>
          <a:r>
            <a:rPr lang="en-US" sz="2000" kern="1200" dirty="0"/>
            <a:t>No testing → Defender flags misconfigurations and CVEs</a:t>
          </a:r>
        </a:p>
      </dsp:txBody>
      <dsp:txXfrm>
        <a:off x="0" y="2175669"/>
        <a:ext cx="10515600" cy="435027"/>
      </dsp:txXfrm>
    </dsp:sp>
    <dsp:sp modelId="{2CB29A4D-2148-4A0E-8A11-93CD7B02115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BE0AC-F74D-4561-B725-37B78DA92660}">
      <dsp:nvSpPr>
        <dsp:cNvPr id="0" name=""/>
        <dsp:cNvSpPr/>
      </dsp:nvSpPr>
      <dsp:spPr>
        <a:xfrm>
          <a:off x="0" y="261069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9: </a:t>
          </a:r>
          <a:r>
            <a:rPr lang="en-US" sz="2000" kern="1200" dirty="0"/>
            <a:t>No monitoring → Defender connects to Sentinel</a:t>
          </a:r>
        </a:p>
      </dsp:txBody>
      <dsp:txXfrm>
        <a:off x="0" y="2610696"/>
        <a:ext cx="10515600" cy="435027"/>
      </dsp:txXfrm>
    </dsp:sp>
    <dsp:sp modelId="{6163A490-C6DD-4A77-B733-A1400DD1578B}">
      <dsp:nvSpPr>
        <dsp:cNvPr id="0" name=""/>
        <dsp:cNvSpPr/>
      </dsp:nvSpPr>
      <dsp:spPr>
        <a:xfrm>
          <a:off x="0" y="30457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0E39A-588E-46D9-979A-E80F5450FF8D}">
      <dsp:nvSpPr>
        <dsp:cNvPr id="0" name=""/>
        <dsp:cNvSpPr/>
      </dsp:nvSpPr>
      <dsp:spPr>
        <a:xfrm>
          <a:off x="0" y="3045724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15: </a:t>
          </a:r>
          <a:r>
            <a:rPr lang="en-US" sz="2000" kern="1200" dirty="0"/>
            <a:t>No fallback → Defender isolates without service loss</a:t>
          </a:r>
        </a:p>
      </dsp:txBody>
      <dsp:txXfrm>
        <a:off x="0" y="3045724"/>
        <a:ext cx="10515600" cy="435027"/>
      </dsp:txXfrm>
    </dsp:sp>
    <dsp:sp modelId="{80B9BCE0-0A2A-4BCF-8098-8ACDEB3CB6C2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865FC-E526-4410-8200-1FFE73845DEE}">
      <dsp:nvSpPr>
        <dsp:cNvPr id="0" name=""/>
        <dsp:cNvSpPr/>
      </dsp:nvSpPr>
      <dsp:spPr>
        <a:xfrm>
          <a:off x="0" y="348075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17: </a:t>
          </a:r>
          <a:r>
            <a:rPr lang="en-US" sz="2000" kern="1200" dirty="0"/>
            <a:t>Flat network → Defender enforces boundaries</a:t>
          </a:r>
        </a:p>
      </dsp:txBody>
      <dsp:txXfrm>
        <a:off x="0" y="3480751"/>
        <a:ext cx="10515600" cy="435027"/>
      </dsp:txXfrm>
    </dsp:sp>
    <dsp:sp modelId="{104CDC62-4215-40C9-9EA9-6A72331A27AF}">
      <dsp:nvSpPr>
        <dsp:cNvPr id="0" name=""/>
        <dsp:cNvSpPr/>
      </dsp:nvSpPr>
      <dsp:spPr>
        <a:xfrm>
          <a:off x="0" y="391577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60D0B-8260-4F1B-9456-AF71A0EAF348}">
      <dsp:nvSpPr>
        <dsp:cNvPr id="0" name=""/>
        <dsp:cNvSpPr/>
      </dsp:nvSpPr>
      <dsp:spPr>
        <a:xfrm>
          <a:off x="0" y="391577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Ch. 18: </a:t>
          </a:r>
          <a:r>
            <a:rPr lang="en-US" sz="2000" kern="1200" dirty="0"/>
            <a:t>Unpatched firmware → Defender detects and compensates</a:t>
          </a:r>
        </a:p>
      </dsp:txBody>
      <dsp:txXfrm>
        <a:off x="0" y="3915779"/>
        <a:ext cx="10515600" cy="435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C7C32-E68B-4E93-B5D1-CD8CD7EFFE32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F9D3C-6102-4674-9F9A-23B8764F6178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Khan et al. (2022): SCADA risk, need for protocol-aware IDS</a:t>
          </a:r>
        </a:p>
      </dsp:txBody>
      <dsp:txXfrm>
        <a:off x="378614" y="886531"/>
        <a:ext cx="2810360" cy="1744948"/>
      </dsp:txXfrm>
    </dsp:sp>
    <dsp:sp modelId="{43EDFA03-E9C5-4987-94B8-A70C0029AAD4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6CB09-4A2B-4FAF-BD04-D8C50DC231A0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Alcaraz &amp; Zeadally (2023): Zero Trust, passive OT monitoring</a:t>
          </a:r>
        </a:p>
      </dsp:txBody>
      <dsp:txXfrm>
        <a:off x="3946203" y="886531"/>
        <a:ext cx="2810360" cy="1744948"/>
      </dsp:txXfrm>
    </dsp:sp>
    <dsp:sp modelId="{EFA9EBE2-C5E2-4CBC-84EE-1D2B7C01583A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9FAB7-E7E8-41F4-A6BB-4B3EF003DB9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Defender aligns with both recommendations</a:t>
          </a:r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1AB8B-9985-47FA-B4E9-17C59F432781}">
      <dsp:nvSpPr>
        <dsp:cNvPr id="0" name=""/>
        <dsp:cNvSpPr/>
      </dsp:nvSpPr>
      <dsp:spPr>
        <a:xfrm>
          <a:off x="1023142" y="601664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99D12-061F-4B0D-BF2D-D4F9E384B4D3}">
      <dsp:nvSpPr>
        <dsp:cNvPr id="0" name=""/>
        <dsp:cNvSpPr/>
      </dsp:nvSpPr>
      <dsp:spPr>
        <a:xfrm>
          <a:off x="1582" y="1975249"/>
          <a:ext cx="3261093" cy="596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Defender for Endpoint:</a:t>
          </a:r>
        </a:p>
      </dsp:txBody>
      <dsp:txXfrm>
        <a:off x="1582" y="1975249"/>
        <a:ext cx="3261093" cy="596168"/>
      </dsp:txXfrm>
    </dsp:sp>
    <dsp:sp modelId="{CE8BEECB-0629-4226-99D4-0F83A2FE3F5F}">
      <dsp:nvSpPr>
        <dsp:cNvPr id="0" name=""/>
        <dsp:cNvSpPr/>
      </dsp:nvSpPr>
      <dsp:spPr>
        <a:xfrm>
          <a:off x="1582" y="2626671"/>
          <a:ext cx="3261093" cy="851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Behavioral analytics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Block &amp; isolate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CVE-based remediation</a:t>
          </a:r>
        </a:p>
      </dsp:txBody>
      <dsp:txXfrm>
        <a:off x="1582" y="2626671"/>
        <a:ext cx="3261093" cy="851061"/>
      </dsp:txXfrm>
    </dsp:sp>
    <dsp:sp modelId="{91430471-D301-4C87-B980-49A647920A57}">
      <dsp:nvSpPr>
        <dsp:cNvPr id="0" name=""/>
        <dsp:cNvSpPr/>
      </dsp:nvSpPr>
      <dsp:spPr>
        <a:xfrm>
          <a:off x="4881248" y="693637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6B1D1-60FC-4A67-B433-FA664110C4C9}">
      <dsp:nvSpPr>
        <dsp:cNvPr id="0" name=""/>
        <dsp:cNvSpPr/>
      </dsp:nvSpPr>
      <dsp:spPr>
        <a:xfrm>
          <a:off x="3833367" y="1975249"/>
          <a:ext cx="3261093" cy="596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Defender for IoT:</a:t>
          </a:r>
        </a:p>
      </dsp:txBody>
      <dsp:txXfrm>
        <a:off x="3833367" y="1975249"/>
        <a:ext cx="3261093" cy="596168"/>
      </dsp:txXfrm>
    </dsp:sp>
    <dsp:sp modelId="{88F1E7D4-76A8-4BAF-AED3-D7B209D29310}">
      <dsp:nvSpPr>
        <dsp:cNvPr id="0" name=""/>
        <dsp:cNvSpPr/>
      </dsp:nvSpPr>
      <dsp:spPr>
        <a:xfrm>
          <a:off x="3833367" y="2626671"/>
          <a:ext cx="3261093" cy="851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Passive monitoring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Protocol inspection (e.g., Modbus)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Asset classification</a:t>
          </a:r>
        </a:p>
      </dsp:txBody>
      <dsp:txXfrm>
        <a:off x="3833367" y="2626671"/>
        <a:ext cx="3261093" cy="851061"/>
      </dsp:txXfrm>
    </dsp:sp>
    <dsp:sp modelId="{B6EB9CAE-F19A-411A-BDD7-2F3F6EE3C7E4}">
      <dsp:nvSpPr>
        <dsp:cNvPr id="0" name=""/>
        <dsp:cNvSpPr/>
      </dsp:nvSpPr>
      <dsp:spPr>
        <a:xfrm>
          <a:off x="8945681" y="658813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41EB5-02E5-461B-80AF-1EF557BC5BE2}">
      <dsp:nvSpPr>
        <dsp:cNvPr id="0" name=""/>
        <dsp:cNvSpPr/>
      </dsp:nvSpPr>
      <dsp:spPr>
        <a:xfrm>
          <a:off x="7665152" y="1975249"/>
          <a:ext cx="3261093" cy="596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  <a:defRPr b="1"/>
          </a:pPr>
          <a:r>
            <a:rPr lang="en-US" sz="2000" kern="1200" dirty="0"/>
            <a:t>Integrated response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  <a:defRPr b="1"/>
          </a:pPr>
          <a:r>
            <a:rPr lang="en-US" sz="2000" kern="1200" dirty="0"/>
            <a:t>&amp; SIEM support</a:t>
          </a:r>
        </a:p>
      </dsp:txBody>
      <dsp:txXfrm>
        <a:off x="7665152" y="1975249"/>
        <a:ext cx="3261093" cy="596168"/>
      </dsp:txXfrm>
    </dsp:sp>
    <dsp:sp modelId="{287EB63A-2EA3-423B-AFB0-0DB673E5987F}">
      <dsp:nvSpPr>
        <dsp:cNvPr id="0" name=""/>
        <dsp:cNvSpPr/>
      </dsp:nvSpPr>
      <dsp:spPr>
        <a:xfrm>
          <a:off x="7665152" y="2626671"/>
          <a:ext cx="3261093" cy="851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49E8A-394A-4D1D-B113-2E0F25018201}">
      <dsp:nvSpPr>
        <dsp:cNvPr id="0" name=""/>
        <dsp:cNvSpPr/>
      </dsp:nvSpPr>
      <dsp:spPr>
        <a:xfrm>
          <a:off x="1061437" y="558801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7C276-5D96-4C98-A7DF-6A8C5F0079EC}">
      <dsp:nvSpPr>
        <dsp:cNvPr id="0" name=""/>
        <dsp:cNvSpPr/>
      </dsp:nvSpPr>
      <dsp:spPr>
        <a:xfrm>
          <a:off x="1582" y="1832418"/>
          <a:ext cx="3261093" cy="565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IT: Deploy Defender via Intune</a:t>
          </a:r>
        </a:p>
      </dsp:txBody>
      <dsp:txXfrm>
        <a:off x="1582" y="1832418"/>
        <a:ext cx="3261093" cy="565595"/>
      </dsp:txXfrm>
    </dsp:sp>
    <dsp:sp modelId="{2A198FB0-22CA-410D-BC0E-93853D0D4B4B}">
      <dsp:nvSpPr>
        <dsp:cNvPr id="0" name=""/>
        <dsp:cNvSpPr/>
      </dsp:nvSpPr>
      <dsp:spPr>
        <a:xfrm>
          <a:off x="1582" y="2459518"/>
          <a:ext cx="3261093" cy="1174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EB8D5-3E68-4315-86E6-B70E104DDE1B}">
      <dsp:nvSpPr>
        <dsp:cNvPr id="0" name=""/>
        <dsp:cNvSpPr/>
      </dsp:nvSpPr>
      <dsp:spPr>
        <a:xfrm>
          <a:off x="4893223" y="558801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1A347-0901-4243-824F-C109FF969B6E}">
      <dsp:nvSpPr>
        <dsp:cNvPr id="0" name=""/>
        <dsp:cNvSpPr/>
      </dsp:nvSpPr>
      <dsp:spPr>
        <a:xfrm>
          <a:off x="3833367" y="1832418"/>
          <a:ext cx="3261093" cy="565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OT: Follow Defender for IoT Deployment Guide:</a:t>
          </a:r>
        </a:p>
      </dsp:txBody>
      <dsp:txXfrm>
        <a:off x="3833367" y="1832418"/>
        <a:ext cx="3261093" cy="565595"/>
      </dsp:txXfrm>
    </dsp:sp>
    <dsp:sp modelId="{8868CDE6-A50F-4306-BFB4-16676F290326}">
      <dsp:nvSpPr>
        <dsp:cNvPr id="0" name=""/>
        <dsp:cNvSpPr/>
      </dsp:nvSpPr>
      <dsp:spPr>
        <a:xfrm>
          <a:off x="3833367" y="2459518"/>
          <a:ext cx="3261093" cy="1174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Install management console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Connect SPAN/TAP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Baseline and discover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Tune alerts</a:t>
          </a:r>
        </a:p>
      </dsp:txBody>
      <dsp:txXfrm>
        <a:off x="3833367" y="2459518"/>
        <a:ext cx="3261093" cy="1174484"/>
      </dsp:txXfrm>
    </dsp:sp>
    <dsp:sp modelId="{6C77273C-0096-4FBB-A678-3FE13AB17FC7}">
      <dsp:nvSpPr>
        <dsp:cNvPr id="0" name=""/>
        <dsp:cNvSpPr/>
      </dsp:nvSpPr>
      <dsp:spPr>
        <a:xfrm>
          <a:off x="8725008" y="558801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DA928-B8EB-4202-BA23-0EFAA9EF3AC0}">
      <dsp:nvSpPr>
        <dsp:cNvPr id="0" name=""/>
        <dsp:cNvSpPr/>
      </dsp:nvSpPr>
      <dsp:spPr>
        <a:xfrm>
          <a:off x="7665152" y="1832418"/>
          <a:ext cx="3261093" cy="565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Aligns with CISSP Chapter 8 testing &amp; validation</a:t>
          </a:r>
        </a:p>
      </dsp:txBody>
      <dsp:txXfrm>
        <a:off x="7665152" y="1832418"/>
        <a:ext cx="3261093" cy="565595"/>
      </dsp:txXfrm>
    </dsp:sp>
    <dsp:sp modelId="{2B90A8AF-DEBD-42AC-B8E3-37ABECFCD9AF}">
      <dsp:nvSpPr>
        <dsp:cNvPr id="0" name=""/>
        <dsp:cNvSpPr/>
      </dsp:nvSpPr>
      <dsp:spPr>
        <a:xfrm>
          <a:off x="7665152" y="2459518"/>
          <a:ext cx="3261093" cy="1174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10DB4-D62E-4740-BBEC-EA5FDB0B40E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DB0F8-B352-466A-89E7-3F913C33D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8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1A0DAB"/>
                </a:solidFill>
                <a:effectLst/>
                <a:latin typeface="Roboto" panose="02000000000000000000" pitchFamily="2" charset="0"/>
              </a:rPr>
              <a:t>Hearest Television – news source (Washington, D.C. news bureau)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DB0F8-B352-466A-89E7-3F913C33D5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6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B5F2-213F-70DA-060A-0FFCB9B62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222D6-E24D-48AD-02B9-6042B58EA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F9334-972B-81C0-6CD8-F918A052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DA638-5D7E-776A-2CE4-0BBC3B56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78F1-7B8F-DCCA-0763-CD9F0681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7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A5AB-B603-4112-BFA3-78547701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38BA6-7CB9-5D27-3915-492F61F0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D6D6F-7C48-666F-FC51-BB078A04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26A2-D795-9587-9099-1D029850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48C87-E88D-65F2-CB0D-302C4344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4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610D-7EBE-9BA2-E248-7C673BDB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72B-3350-72E9-4607-136735A9F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1B301-62BB-1FAB-8671-352A2167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0D85C-18B3-E112-EB30-3AC76130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09352-5A59-44B4-CDB7-4E79541E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E78A5-4BBA-47F2-E383-18EBB9E3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BD16-2E54-082F-632C-D8951D855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17AE3-0B3F-DA21-A0F9-8FC259BCD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C8312-8E8C-B7BD-F9A8-4AF49700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ADEA3-75C5-BC69-9065-AE624C70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185F4-0AF1-F456-42F3-BA66416F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2292-C81B-2193-B4CF-71C98876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4B497-7D88-D44F-A9E7-C5242B0D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F4982-D674-B486-2B53-1AD25C8D8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DA034-9201-3FC3-59CA-E129A5DB8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2B6F9-8DE6-56BC-1704-48DC9D0A7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89A46-4049-7411-D3DF-010B02D7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4DF25-8472-39A7-0721-38B6B770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C93EB-E132-0096-DB82-81795F26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3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980D-83F5-F4CF-1858-904071E0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02114-A6AB-55F8-D891-2F716706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559EB-16D8-D411-4202-7A7C6873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9E726-7303-A273-D68F-70AC5F2A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E30D6-62FB-D463-C8C8-DA96952F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02B91-5639-487C-500D-4D54ABF1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F0863-5658-B338-75C0-1CB08FE9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5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B6F4-3031-EC7D-14F5-609AF6B2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29806-A1CC-35FC-6A48-CD2809CC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E5462-CECB-41A1-4FAD-765E454C8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501B4-0E1B-1939-A3E2-61A5F53D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23D6-7695-81AA-FC5B-4D60C2BD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BBAAE-6FB1-DE0D-75A5-7FF92D7F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48AB-A8FF-A80F-D528-BBEBF742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63FEFC-9260-F1D8-80BD-03844B849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59217-A98F-E9CC-B01B-AE21CA81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0491-A720-127D-1E9B-EF10C8F8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8D25F-FEB3-F6CC-4BDC-1F38F68C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4E713-3A42-04EE-9807-0AA51CA6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0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6B71-43D7-87B8-79E2-0C06BA6F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9A087-91DE-DF84-D67B-76D2541B1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06C8-531A-8CEE-CAD1-7F996D4F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7AD-BFD6-3FD8-094F-A96ED7C4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2D4E7-2963-6557-5692-6709F290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8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37C24-CE8F-0ED4-9152-A42F3B2EE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B8C15-A83D-9023-3F76-D7BE37C7F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81914-A6E6-8BF3-B350-D6E96340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547C-764D-98EC-71A5-4597D2C9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6CD70-A103-A805-B8AC-E2E2F8E0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5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2BCE6-DA28-6B19-1535-AC58DB9CD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54E7D-7DAF-C6FF-F392-A7F2ACC85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3CED-C669-C76E-36D8-27FCCFF6B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0284E-95C2-431B-B63D-E76F193FEDB7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F387B-2A85-DB51-1D1C-1BEB60F0B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29DB6-E839-58C6-7E05-E238F0A64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EA723-0E2A-4727-9F70-CB28214BC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0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TbKzhgERYw?feature=oembed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Electronic System">
            <a:extLst>
              <a:ext uri="{FF2B5EF4-FFF2-40B4-BE49-F238E27FC236}">
                <a16:creationId xmlns:a16="http://schemas.microsoft.com/office/drawing/2014/main" id="{3DC1C743-3FDD-63A5-2F99-690267167F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/>
        </p:blipFill>
        <p:spPr>
          <a:xfrm>
            <a:off x="23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38E42-D3AF-2D63-D996-8986D3538AC0}"/>
              </a:ext>
            </a:extLst>
          </p:cNvPr>
          <p:cNvSpPr/>
          <p:nvPr/>
        </p:nvSpPr>
        <p:spPr>
          <a:xfrm>
            <a:off x="-1971194" y="-614362"/>
            <a:ext cx="14622775" cy="3700462"/>
          </a:xfrm>
          <a:prstGeom prst="rect">
            <a:avLst/>
          </a:prstGeom>
          <a:blipFill dpi="0" rotWithShape="1">
            <a:blip r:embed="rId5"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D8C42-3E4B-FDA7-1D14-A41517D07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828241"/>
            <a:ext cx="10764048" cy="1345333"/>
          </a:xfrm>
        </p:spPr>
        <p:txBody>
          <a:bodyPr anchor="t">
            <a:normAutofit/>
          </a:bodyPr>
          <a:lstStyle/>
          <a:p>
            <a:pPr marL="0" marR="0" algn="l">
              <a:spcAft>
                <a:spcPts val="800"/>
              </a:spcAft>
              <a:buNone/>
            </a:pPr>
            <a:r>
              <a:rPr lang="en-US" sz="40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Microsoft Defender for Endpoint and IoT </a:t>
            </a:r>
            <a:br>
              <a:rPr lang="en-US" sz="40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40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Based on the Aliquippa Cyberattack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67195-6B24-174A-C83A-33AB0C2EC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Soyeong Cha (Selena)</a:t>
            </a:r>
          </a:p>
          <a:p>
            <a:pPr algn="l"/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ISM 6331</a:t>
            </a:r>
          </a:p>
          <a:p>
            <a:pPr algn="l"/>
            <a:r>
              <a:rPr lang="en-US" dirty="0">
                <a:solidFill>
                  <a:srgbClr val="FFFFFF"/>
                </a:solidFill>
                <a:latin typeface="Aptos" panose="020B0004020202020204" pitchFamily="34" charset="0"/>
              </a:rPr>
              <a:t>Information Systems 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9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yber attacks threaten local water systems, infrastructure warns EPA">
            <a:hlinkClick r:id="" action="ppaction://media"/>
            <a:extLst>
              <a:ext uri="{FF2B5EF4-FFF2-40B4-BE49-F238E27FC236}">
                <a16:creationId xmlns:a16="http://schemas.microsoft.com/office/drawing/2014/main" id="{344DE2E7-D84A-C8D8-B110-F8D102CA9BC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-1524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6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79F1-F590-5B0F-B1A0-632D1378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b="1" dirty="0"/>
              <a:t>The Case: What Happened in Aliquippa</a:t>
            </a:r>
            <a:endParaRPr lang="en-US" sz="3200" dirty="0"/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43418-BCD6-23BD-F76E-5DECF52B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94" y="2521891"/>
            <a:ext cx="4588476" cy="35912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“CyberAv3ngers” exploited a public-facing PLC at MWAA's booster station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PLC had default credentials and no segmentation or firewall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The display was defaced with political messaging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The attack was detected only after the damage was done</a:t>
            </a:r>
          </a:p>
        </p:txBody>
      </p:sp>
      <p:pic>
        <p:nvPicPr>
          <p:cNvPr id="2050" name="Picture 2" descr="This photo provided by the Municipal Water Authority of Aliquippa shows the screen of a Unitronics device that was hacked in Aliquippa, Pa., on Saturday, Nov. 25, 2023. ">
            <a:extLst>
              <a:ext uri="{FF2B5EF4-FFF2-40B4-BE49-F238E27FC236}">
                <a16:creationId xmlns:a16="http://schemas.microsoft.com/office/drawing/2014/main" id="{ABE4CF05-5C5D-1FD0-4102-0CAB87A0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8" r="19306" b="-1"/>
          <a:stretch/>
        </p:blipFill>
        <p:spPr bwMode="auto">
          <a:xfrm>
            <a:off x="5650992" y="10"/>
            <a:ext cx="65410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8E419-5B20-8DEC-F15C-A64884AF9ABC}"/>
              </a:ext>
            </a:extLst>
          </p:cNvPr>
          <p:cNvSpPr txBox="1"/>
          <p:nvPr/>
        </p:nvSpPr>
        <p:spPr>
          <a:xfrm>
            <a:off x="10515600" y="6480313"/>
            <a:ext cx="2339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Source: 90.5 WESA</a:t>
            </a:r>
          </a:p>
        </p:txBody>
      </p:sp>
    </p:spTree>
    <p:extLst>
      <p:ext uri="{BB962C8B-B14F-4D97-AF65-F5344CB8AC3E}">
        <p14:creationId xmlns:p14="http://schemas.microsoft.com/office/powerpoint/2010/main" val="317761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326A1-D364-F02E-7279-76E6CECB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8" b="5572"/>
          <a:stretch/>
        </p:blipFill>
        <p:spPr>
          <a:xfrm>
            <a:off x="-857437" y="0"/>
            <a:ext cx="13164120" cy="6858000"/>
          </a:xfrm>
          <a:prstGeom prst="rect">
            <a:avLst/>
          </a:pr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4AA67-6187-15C3-A607-000F477F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062" y="1134307"/>
            <a:ext cx="3633746" cy="1588422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/>
              <a:t>Infrastructure Weaknesses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14EA5-97FD-F27A-0D67-3E2E34D8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599" y="2578351"/>
            <a:ext cx="3633747" cy="27000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Unitronics</a:t>
            </a:r>
            <a:r>
              <a:rPr lang="en-US" sz="2000" dirty="0"/>
              <a:t> Vision Series PLC: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 encryption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 access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 logging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CISSP Chapter 3 &amp; Zero Trust principles violated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D0E34-498A-774B-702B-4E7C1339264A}"/>
              </a:ext>
            </a:extLst>
          </p:cNvPr>
          <p:cNvSpPr txBox="1"/>
          <p:nvPr/>
        </p:nvSpPr>
        <p:spPr>
          <a:xfrm>
            <a:off x="126075" y="6550223"/>
            <a:ext cx="2339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i="1" dirty="0">
                <a:solidFill>
                  <a:schemeClr val="bg1"/>
                </a:solidFill>
              </a:rPr>
              <a:t>Source: AP US News</a:t>
            </a:r>
          </a:p>
        </p:txBody>
      </p:sp>
    </p:spTree>
    <p:extLst>
      <p:ext uri="{BB962C8B-B14F-4D97-AF65-F5344CB8AC3E}">
        <p14:creationId xmlns:p14="http://schemas.microsoft.com/office/powerpoint/2010/main" val="123933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38EC-0F8A-9880-AEC4-2A9A26D6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CISSP Framework Breakdown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CC8227-C5C2-EED9-7379-9D58D7311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1609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47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BD78C-A8FB-0282-8E86-A3CAEA30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040" y="783772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Articles Support</a:t>
            </a:r>
            <a:endParaRPr lang="en-US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342C21-F30C-1794-2529-65FD39F1C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784431"/>
              </p:ext>
            </p:extLst>
          </p:nvPr>
        </p:nvGraphicFramePr>
        <p:xfrm>
          <a:off x="904602" y="2704014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71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BCC76-1EC8-FD84-3434-BD81657F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Defender Capabilities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7C051-824B-EAF2-32A5-836D780895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9102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09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FA767C-A4C3-5F7A-7055-C31AB8E31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358332"/>
              </p:ext>
            </p:extLst>
          </p:nvPr>
        </p:nvGraphicFramePr>
        <p:xfrm>
          <a:off x="643465" y="2717563"/>
          <a:ext cx="10905070" cy="270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014">
                  <a:extLst>
                    <a:ext uri="{9D8B030D-6E8A-4147-A177-3AD203B41FA5}">
                      <a16:colId xmlns:a16="http://schemas.microsoft.com/office/drawing/2014/main" val="3244089939"/>
                    </a:ext>
                  </a:extLst>
                </a:gridCol>
                <a:gridCol w="2181014">
                  <a:extLst>
                    <a:ext uri="{9D8B030D-6E8A-4147-A177-3AD203B41FA5}">
                      <a16:colId xmlns:a16="http://schemas.microsoft.com/office/drawing/2014/main" val="3625992573"/>
                    </a:ext>
                  </a:extLst>
                </a:gridCol>
                <a:gridCol w="2181014">
                  <a:extLst>
                    <a:ext uri="{9D8B030D-6E8A-4147-A177-3AD203B41FA5}">
                      <a16:colId xmlns:a16="http://schemas.microsoft.com/office/drawing/2014/main" val="3025088792"/>
                    </a:ext>
                  </a:extLst>
                </a:gridCol>
                <a:gridCol w="2181014">
                  <a:extLst>
                    <a:ext uri="{9D8B030D-6E8A-4147-A177-3AD203B41FA5}">
                      <a16:colId xmlns:a16="http://schemas.microsoft.com/office/drawing/2014/main" val="3893868659"/>
                    </a:ext>
                  </a:extLst>
                </a:gridCol>
                <a:gridCol w="2181014">
                  <a:extLst>
                    <a:ext uri="{9D8B030D-6E8A-4147-A177-3AD203B41FA5}">
                      <a16:colId xmlns:a16="http://schemas.microsoft.com/office/drawing/2014/main" val="100052368"/>
                    </a:ext>
                  </a:extLst>
                </a:gridCol>
              </a:tblGrid>
              <a:tr h="1192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Tool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Protects IT (Laptops/Servers)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Protects OT (PLCs/SCADA)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Active Protection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Passive Monitoring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510573"/>
                  </a:ext>
                </a:extLst>
              </a:tr>
              <a:tr h="8213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Defender for Endpoint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6440727"/>
                  </a:ext>
                </a:extLst>
              </a:tr>
              <a:tr h="690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/>
                        <a:t>Defender for IoT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430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F31C4AE-47B4-BA92-E5CF-E43B05E0FFD4}"/>
              </a:ext>
            </a:extLst>
          </p:cNvPr>
          <p:cNvSpPr txBox="1"/>
          <p:nvPr/>
        </p:nvSpPr>
        <p:spPr>
          <a:xfrm>
            <a:off x="2854071" y="1265473"/>
            <a:ext cx="6483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A3050"/>
                </a:solidFill>
              </a:rPr>
              <a:t>Why You Need Both Defender for Endpoint and Defender for IoT</a:t>
            </a:r>
            <a:r>
              <a:rPr lang="en-US" sz="2800" dirty="0">
                <a:solidFill>
                  <a:srgbClr val="1A3050"/>
                </a:solidFill>
              </a:rPr>
              <a:t> </a:t>
            </a:r>
            <a:r>
              <a:rPr lang="en-US" sz="2800" b="1" dirty="0">
                <a:solidFill>
                  <a:srgbClr val="1A3050"/>
                </a:solidFill>
              </a:rPr>
              <a:t>Script?</a:t>
            </a:r>
            <a:endParaRPr lang="en-US" sz="2800" dirty="0">
              <a:solidFill>
                <a:srgbClr val="1A3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96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15C10-BAC9-F3DA-6817-C5987DDA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&amp; Tool Comparison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3B8C17-8317-E9A7-1829-ED79B4252E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36966"/>
              </p:ext>
            </p:extLst>
          </p:nvPr>
        </p:nvGraphicFramePr>
        <p:xfrm>
          <a:off x="1171658" y="1966293"/>
          <a:ext cx="9848686" cy="445216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095757">
                  <a:extLst>
                    <a:ext uri="{9D8B030D-6E8A-4147-A177-3AD203B41FA5}">
                      <a16:colId xmlns:a16="http://schemas.microsoft.com/office/drawing/2014/main" val="2504053651"/>
                    </a:ext>
                  </a:extLst>
                </a:gridCol>
                <a:gridCol w="2655408">
                  <a:extLst>
                    <a:ext uri="{9D8B030D-6E8A-4147-A177-3AD203B41FA5}">
                      <a16:colId xmlns:a16="http://schemas.microsoft.com/office/drawing/2014/main" val="43231012"/>
                    </a:ext>
                  </a:extLst>
                </a:gridCol>
                <a:gridCol w="2312963">
                  <a:extLst>
                    <a:ext uri="{9D8B030D-6E8A-4147-A177-3AD203B41FA5}">
                      <a16:colId xmlns:a16="http://schemas.microsoft.com/office/drawing/2014/main" val="1461252286"/>
                    </a:ext>
                  </a:extLst>
                </a:gridCol>
                <a:gridCol w="2784558">
                  <a:extLst>
                    <a:ext uri="{9D8B030D-6E8A-4147-A177-3AD203B41FA5}">
                      <a16:colId xmlns:a16="http://schemas.microsoft.com/office/drawing/2014/main" val="253990463"/>
                    </a:ext>
                  </a:extLst>
                </a:gridCol>
              </a:tblGrid>
              <a:tr h="55229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Product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Strengths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Weaknesses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79684"/>
                  </a:ext>
                </a:extLst>
              </a:tr>
              <a:tr h="167942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Defender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Unified IT/OT, Microsoft stack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Best for Microsoft environments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Included in Microsoft 365 E5 ($57/user/month)</a:t>
                      </a: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or licensed per OT traffic volume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570650"/>
                  </a:ext>
                </a:extLst>
              </a:tr>
              <a:tr h="83407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CrowdStrike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Fast EDR, good intel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Limited OT, expensive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$60–$100+/endpoint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977539"/>
                  </a:ext>
                </a:extLst>
              </a:tr>
              <a:tr h="552294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SentinelOne</a:t>
                      </a:r>
                      <a:endParaRPr lang="en-US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Easy deployment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 OT-specific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$70–$120+/endpoint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211559"/>
                  </a:ext>
                </a:extLst>
              </a:tr>
              <a:tr h="834076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Claroty</a:t>
                      </a:r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/Nozomi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OT native, deep protocol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High cost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$100K+ per year</a:t>
                      </a:r>
                    </a:p>
                  </a:txBody>
                  <a:tcPr marL="225426" marR="112713" marT="112713" marB="112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6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70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2FBFD-2771-78A4-0F33-3F46698B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Implementation Plan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124E4C-E927-69E9-2E44-53869F0CA3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87545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263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A0B0AF-21AF-908A-F16B-9874287D0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05062"/>
              </p:ext>
            </p:extLst>
          </p:nvPr>
        </p:nvGraphicFramePr>
        <p:xfrm>
          <a:off x="1913282" y="837713"/>
          <a:ext cx="8365435" cy="2591287"/>
        </p:xfrm>
        <a:graphic>
          <a:graphicData uri="http://schemas.openxmlformats.org/drawingml/2006/table">
            <a:tbl>
              <a:tblPr firstRow="1"/>
              <a:tblGrid>
                <a:gridCol w="1290575">
                  <a:extLst>
                    <a:ext uri="{9D8B030D-6E8A-4147-A177-3AD203B41FA5}">
                      <a16:colId xmlns:a16="http://schemas.microsoft.com/office/drawing/2014/main" val="3284907256"/>
                    </a:ext>
                  </a:extLst>
                </a:gridCol>
                <a:gridCol w="7074860">
                  <a:extLst>
                    <a:ext uri="{9D8B030D-6E8A-4147-A177-3AD203B41FA5}">
                      <a16:colId xmlns:a16="http://schemas.microsoft.com/office/drawing/2014/main" val="4152991362"/>
                    </a:ext>
                  </a:extLst>
                </a:gridCol>
              </a:tblGrid>
              <a:tr h="45901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475923"/>
                  </a:ext>
                </a:extLst>
              </a:tr>
              <a:tr h="459016">
                <a:tc>
                  <a:txBody>
                    <a:bodyPr/>
                    <a:lstStyle/>
                    <a:p>
                      <a:r>
                        <a:rPr lang="en-US" sz="1600" b="1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Review network setup and identify vulnerable computers and PLCs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313736"/>
                  </a:ext>
                </a:extLst>
              </a:tr>
              <a:tr h="602929">
                <a:tc>
                  <a:txBody>
                    <a:bodyPr/>
                    <a:lstStyle/>
                    <a:p>
                      <a:r>
                        <a:rPr lang="en-US" sz="1600" b="1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Install Defender for Endpoint on pilot workstations via Microsoft Intune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422441"/>
                  </a:ext>
                </a:extLst>
              </a:tr>
              <a:tr h="553864">
                <a:tc>
                  <a:txBody>
                    <a:bodyPr/>
                    <a:lstStyle/>
                    <a:p>
                      <a:r>
                        <a:rPr lang="en-US" sz="1600" b="1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 up Defender for IoT, mirror traffic with SPAN/TAP, and discover devices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519917"/>
                  </a:ext>
                </a:extLst>
              </a:tr>
              <a:tr h="516462">
                <a:tc>
                  <a:txBody>
                    <a:bodyPr/>
                    <a:lstStyle/>
                    <a:p>
                      <a:r>
                        <a:rPr lang="en-US" sz="1600" b="1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Tune alert rules and monitor results for false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399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F771EB-E107-C0EF-73D2-E68C5B123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301909"/>
              </p:ext>
            </p:extLst>
          </p:nvPr>
        </p:nvGraphicFramePr>
        <p:xfrm>
          <a:off x="1564886" y="4340845"/>
          <a:ext cx="9157341" cy="2186070"/>
        </p:xfrm>
        <a:graphic>
          <a:graphicData uri="http://schemas.openxmlformats.org/drawingml/2006/table">
            <a:tbl>
              <a:tblPr/>
              <a:tblGrid>
                <a:gridCol w="2831853">
                  <a:extLst>
                    <a:ext uri="{9D8B030D-6E8A-4147-A177-3AD203B41FA5}">
                      <a16:colId xmlns:a16="http://schemas.microsoft.com/office/drawing/2014/main" val="678111515"/>
                    </a:ext>
                  </a:extLst>
                </a:gridCol>
                <a:gridCol w="6325488">
                  <a:extLst>
                    <a:ext uri="{9D8B030D-6E8A-4147-A177-3AD203B41FA5}">
                      <a16:colId xmlns:a16="http://schemas.microsoft.com/office/drawing/2014/main" val="804858171"/>
                    </a:ext>
                  </a:extLst>
                </a:gridCol>
              </a:tblGrid>
              <a:tr h="4372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Mitigation Strategy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654844"/>
                  </a:ext>
                </a:extLst>
              </a:tr>
              <a:tr h="437214">
                <a:tc>
                  <a:txBody>
                    <a:bodyPr/>
                    <a:lstStyle/>
                    <a:p>
                      <a:r>
                        <a:rPr lang="en-US" sz="1600" b="1" dirty="0"/>
                        <a:t>Staff unfamiliarity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Provide training on using Defender dashboards and interpreting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082459"/>
                  </a:ext>
                </a:extLst>
              </a:tr>
              <a:tr h="437214">
                <a:tc>
                  <a:txBody>
                    <a:bodyPr/>
                    <a:lstStyle/>
                    <a:p>
                      <a:r>
                        <a:rPr lang="en-US" sz="1600" b="1" dirty="0"/>
                        <a:t>False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Start with limited alert scope and fine-tune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4929"/>
                  </a:ext>
                </a:extLst>
              </a:tr>
              <a:tr h="437214">
                <a:tc>
                  <a:txBody>
                    <a:bodyPr/>
                    <a:lstStyle/>
                    <a:p>
                      <a:r>
                        <a:rPr lang="en-US" sz="1600" b="1" dirty="0"/>
                        <a:t>Legacy system compatibility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passive monitoring instead of agent-based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076324"/>
                  </a:ext>
                </a:extLst>
              </a:tr>
              <a:tr h="437214">
                <a:tc>
                  <a:txBody>
                    <a:bodyPr/>
                    <a:lstStyle/>
                    <a:p>
                      <a:r>
                        <a:rPr lang="en-US" sz="1600" b="1" dirty="0"/>
                        <a:t>Operational disruption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Roll out in phases to avoid interrupting live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3776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BCD182C-9C2F-11FE-EF3F-166C8756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41781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b="1" dirty="0"/>
              <a:t>Installation Phase for Defender Deployment</a:t>
            </a:r>
            <a:endParaRPr 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B6726-E0A8-363C-19C0-7CEE3A6C66A3}"/>
              </a:ext>
            </a:extLst>
          </p:cNvPr>
          <p:cNvSpPr txBox="1">
            <a:spLocks/>
          </p:cNvSpPr>
          <p:nvPr/>
        </p:nvSpPr>
        <p:spPr>
          <a:xfrm>
            <a:off x="1073987" y="357580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Risk Evaluation and Mitigation Strategies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395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1F015-1B05-CE43-F245-034DF84F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22" y="447982"/>
            <a:ext cx="5177955" cy="162452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Summary of Benefits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54275-0DAB-222F-2481-4E4369A50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195" y="2680900"/>
            <a:ext cx="4962803" cy="378219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End-to-end threat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Passive OT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Identity-based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Zero Trust &amp; CISSP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Affordable and scalable</a:t>
            </a:r>
          </a:p>
          <a:p>
            <a:endParaRPr lang="en-US" sz="20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C176DB3-8386-FFD8-44C2-4B694C04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4" r="37065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15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1CB64-9991-A36D-42EB-F750DA9F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51" y="1088390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 b="1" dirty="0"/>
              <a:t>Demo Preview</a:t>
            </a:r>
            <a:endParaRPr lang="en-US" sz="5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6091-FA87-CDBC-0187-F67C27D6C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782" y="1239927"/>
            <a:ext cx="6345965" cy="4680583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Simulate exposed PLC (</a:t>
            </a:r>
            <a:r>
              <a:rPr lang="en-US" sz="2000" dirty="0" err="1"/>
              <a:t>Unitronics</a:t>
            </a:r>
            <a:r>
              <a:rPr lang="en-US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Defender detects and flags default login attempt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Engineering laptop involved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Device isolated, lateral threat stopped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6527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03E39-94D4-2647-0C4C-365CF996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 b="1"/>
              <a:t>Conclusion &amp; Q&amp;A</a:t>
            </a:r>
            <a:endParaRPr lang="en-US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4BD7-BBC0-1672-6DC3-57E2CFEB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Defender addresses every CISSP failure at MWAA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Converts reactive response into proactive protection</a:t>
            </a:r>
          </a:p>
        </p:txBody>
      </p:sp>
    </p:spTree>
    <p:extLst>
      <p:ext uri="{BB962C8B-B14F-4D97-AF65-F5344CB8AC3E}">
        <p14:creationId xmlns:p14="http://schemas.microsoft.com/office/powerpoint/2010/main" val="1712846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639</Words>
  <Application>Microsoft Office PowerPoint</Application>
  <PresentationFormat>Widescreen</PresentationFormat>
  <Paragraphs>127</Paragraphs>
  <Slides>14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</vt:lpstr>
      <vt:lpstr>Aptos</vt:lpstr>
      <vt:lpstr>Aptos Display</vt:lpstr>
      <vt:lpstr>Arial</vt:lpstr>
      <vt:lpstr>Roboto</vt:lpstr>
      <vt:lpstr>Office Theme</vt:lpstr>
      <vt:lpstr>Microsoft Defender for Endpoint and IoT  Based on the Aliquippa Cyberattack</vt:lpstr>
      <vt:lpstr>PowerPoint Presentation</vt:lpstr>
      <vt:lpstr>The Case: What Happened in Aliquippa</vt:lpstr>
      <vt:lpstr>Infrastructure Weaknesses </vt:lpstr>
      <vt:lpstr>CISSP Framework Breakdown</vt:lpstr>
      <vt:lpstr>Articles Support</vt:lpstr>
      <vt:lpstr>Defender Capabilities</vt:lpstr>
      <vt:lpstr>PowerPoint Presentation</vt:lpstr>
      <vt:lpstr>Cost &amp; Tool Comparison</vt:lpstr>
      <vt:lpstr>Implementation Plan</vt:lpstr>
      <vt:lpstr>Installation Phase for Defender Deployment</vt:lpstr>
      <vt:lpstr>Summary of Benefits</vt:lpstr>
      <vt:lpstr>Demo Preview</vt:lpstr>
      <vt:lpstr>Conclusion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 Yeong Cha</dc:creator>
  <cp:lastModifiedBy>So Yeong Cha</cp:lastModifiedBy>
  <cp:revision>1</cp:revision>
  <dcterms:created xsi:type="dcterms:W3CDTF">2025-04-22T16:45:13Z</dcterms:created>
  <dcterms:modified xsi:type="dcterms:W3CDTF">2025-04-23T00:10:19Z</dcterms:modified>
</cp:coreProperties>
</file>